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9"/>
    <p:sldId id="257" r:id="rId10"/>
    <p:sldId id="258" r:id="rId8"/>
    <p:sldId id="259" r:id="rId7"/>
    <p:sldId id="260" r:id="rId6"/>
    <p:sldId id="261" r:id="rId5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最終策略</c:v>
                </c:pt>
              </c:strCache>
            </c:strRef>
          </c:tx>
          <c:spPr>
            <a:ln w="25400">
              <a:solidFill>
                <a:srgbClr val="0065B2"/>
              </a:solidFill>
            </a:ln>
          </c:spPr>
          <c:marker>
            <c:symbol val="none"/>
          </c:marker>
          <c:cat>
            <c:strRef>
              <c:f>Sheet1!$A$2:$A$128</c:f>
              <c:strCache>
                <c:ptCount val="127"/>
                <c:pt idx="0">
                  <c:v>2016-12</c:v>
                </c:pt>
                <c:pt idx="1">
                  <c:v>2017-01</c:v>
                </c:pt>
                <c:pt idx="2">
                  <c:v>2017-02</c:v>
                </c:pt>
                <c:pt idx="3">
                  <c:v>2017-03</c:v>
                </c:pt>
                <c:pt idx="4">
                  <c:v>2017-04</c:v>
                </c:pt>
                <c:pt idx="5">
                  <c:v>2017-05</c:v>
                </c:pt>
                <c:pt idx="6">
                  <c:v>2017-06</c:v>
                </c:pt>
                <c:pt idx="7">
                  <c:v>2017-07</c:v>
                </c:pt>
                <c:pt idx="8">
                  <c:v>2017-08</c:v>
                </c:pt>
                <c:pt idx="9">
                  <c:v>2017-09</c:v>
                </c:pt>
                <c:pt idx="10">
                  <c:v>2017-09</c:v>
                </c:pt>
                <c:pt idx="11">
                  <c:v>2017-10</c:v>
                </c:pt>
                <c:pt idx="12">
                  <c:v>2017-11</c:v>
                </c:pt>
                <c:pt idx="13">
                  <c:v>2017-12</c:v>
                </c:pt>
                <c:pt idx="14">
                  <c:v>2018-01</c:v>
                </c:pt>
                <c:pt idx="15">
                  <c:v>2018-02</c:v>
                </c:pt>
                <c:pt idx="16">
                  <c:v>2018-03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2019-08</c:v>
                </c:pt>
                <c:pt idx="36">
                  <c:v>2019-09</c:v>
                </c:pt>
                <c:pt idx="37">
                  <c:v>2019-10</c:v>
                </c:pt>
                <c:pt idx="38">
                  <c:v>2019-11</c:v>
                </c:pt>
                <c:pt idx="39">
                  <c:v>2019-12</c:v>
                </c:pt>
                <c:pt idx="40">
                  <c:v>2020-01</c:v>
                </c:pt>
                <c:pt idx="41">
                  <c:v>2020-02</c:v>
                </c:pt>
                <c:pt idx="42">
                  <c:v>2020-03</c:v>
                </c:pt>
                <c:pt idx="43">
                  <c:v>2020-04</c:v>
                </c:pt>
                <c:pt idx="44">
                  <c:v>2020-05</c:v>
                </c:pt>
                <c:pt idx="45">
                  <c:v>2020-06</c:v>
                </c:pt>
                <c:pt idx="46">
                  <c:v>2020-07</c:v>
                </c:pt>
                <c:pt idx="47">
                  <c:v>2020-07</c:v>
                </c:pt>
                <c:pt idx="48">
                  <c:v>2020-08</c:v>
                </c:pt>
                <c:pt idx="49">
                  <c:v>2020-09</c:v>
                </c:pt>
                <c:pt idx="50">
                  <c:v>2020-10</c:v>
                </c:pt>
                <c:pt idx="51">
                  <c:v>2020-11</c:v>
                </c:pt>
                <c:pt idx="52">
                  <c:v>2020-12</c:v>
                </c:pt>
                <c:pt idx="53">
                  <c:v>2021-01</c:v>
                </c:pt>
                <c:pt idx="54">
                  <c:v>2021-02</c:v>
                </c:pt>
                <c:pt idx="55">
                  <c:v>2021-03</c:v>
                </c:pt>
                <c:pt idx="56">
                  <c:v>2021-04</c:v>
                </c:pt>
                <c:pt idx="57">
                  <c:v>2021-05</c:v>
                </c:pt>
                <c:pt idx="58">
                  <c:v>2021-06</c:v>
                </c:pt>
                <c:pt idx="59">
                  <c:v>2021-07</c:v>
                </c:pt>
                <c:pt idx="60">
                  <c:v>2021-07</c:v>
                </c:pt>
                <c:pt idx="61">
                  <c:v>2021-08</c:v>
                </c:pt>
                <c:pt idx="62">
                  <c:v>2021-09</c:v>
                </c:pt>
                <c:pt idx="63">
                  <c:v>2021-10</c:v>
                </c:pt>
                <c:pt idx="64">
                  <c:v>2021-11</c:v>
                </c:pt>
                <c:pt idx="65">
                  <c:v>2021-12</c:v>
                </c:pt>
                <c:pt idx="66">
                  <c:v>2022-01</c:v>
                </c:pt>
                <c:pt idx="67">
                  <c:v>2022-02</c:v>
                </c:pt>
                <c:pt idx="68">
                  <c:v>2022-03</c:v>
                </c:pt>
                <c:pt idx="69">
                  <c:v>2022-04</c:v>
                </c:pt>
                <c:pt idx="70">
                  <c:v>2022-05</c:v>
                </c:pt>
                <c:pt idx="71">
                  <c:v>2022-06</c:v>
                </c:pt>
                <c:pt idx="72">
                  <c:v>2022-07</c:v>
                </c:pt>
                <c:pt idx="73">
                  <c:v>2022-07</c:v>
                </c:pt>
                <c:pt idx="74">
                  <c:v>2022-08</c:v>
                </c:pt>
                <c:pt idx="75">
                  <c:v>2022-09</c:v>
                </c:pt>
                <c:pt idx="76">
                  <c:v>2022-10</c:v>
                </c:pt>
                <c:pt idx="77">
                  <c:v>2022-11</c:v>
                </c:pt>
                <c:pt idx="78">
                  <c:v>2022-12</c:v>
                </c:pt>
                <c:pt idx="79">
                  <c:v>2023-01</c:v>
                </c:pt>
                <c:pt idx="80">
                  <c:v>2023-02</c:v>
                </c:pt>
                <c:pt idx="81">
                  <c:v>2023-03</c:v>
                </c:pt>
                <c:pt idx="82">
                  <c:v>2023-04</c:v>
                </c:pt>
                <c:pt idx="83">
                  <c:v>2023-05</c:v>
                </c:pt>
                <c:pt idx="84">
                  <c:v>2023-06</c:v>
                </c:pt>
                <c:pt idx="85">
                  <c:v>2023-06</c:v>
                </c:pt>
                <c:pt idx="86">
                  <c:v>2023-07</c:v>
                </c:pt>
                <c:pt idx="87">
                  <c:v>2023-08</c:v>
                </c:pt>
                <c:pt idx="88">
                  <c:v>2023-09</c:v>
                </c:pt>
                <c:pt idx="89">
                  <c:v>2023-10</c:v>
                </c:pt>
                <c:pt idx="90">
                  <c:v>2023-11</c:v>
                </c:pt>
                <c:pt idx="91">
                  <c:v>2023-12</c:v>
                </c:pt>
                <c:pt idx="92">
                  <c:v>2024-01</c:v>
                </c:pt>
                <c:pt idx="93">
                  <c:v>2024-02</c:v>
                </c:pt>
                <c:pt idx="94">
                  <c:v>2024-03</c:v>
                </c:pt>
                <c:pt idx="95">
                  <c:v>2024-04</c:v>
                </c:pt>
                <c:pt idx="96">
                  <c:v>2024-05</c:v>
                </c:pt>
                <c:pt idx="97">
                  <c:v>2024-05</c:v>
                </c:pt>
                <c:pt idx="98">
                  <c:v>2024-06</c:v>
                </c:pt>
                <c:pt idx="99">
                  <c:v>2024-07</c:v>
                </c:pt>
                <c:pt idx="100">
                  <c:v>2024-08</c:v>
                </c:pt>
                <c:pt idx="101">
                  <c:v>2024-09</c:v>
                </c:pt>
                <c:pt idx="102">
                  <c:v>2024-10</c:v>
                </c:pt>
                <c:pt idx="103">
                  <c:v>2024-11</c:v>
                </c:pt>
                <c:pt idx="104">
                  <c:v>2024-12</c:v>
                </c:pt>
                <c:pt idx="105">
                  <c:v>2025-01</c:v>
                </c:pt>
                <c:pt idx="106">
                  <c:v>2025-02</c:v>
                </c:pt>
                <c:pt idx="107">
                  <c:v>2025-03</c:v>
                </c:pt>
                <c:pt idx="108">
                  <c:v>2025-04</c:v>
                </c:pt>
                <c:pt idx="109">
                  <c:v>2025-05</c:v>
                </c:pt>
                <c:pt idx="110">
                  <c:v>2025-05</c:v>
                </c:pt>
                <c:pt idx="111">
                  <c:v>2025-06</c:v>
                </c:pt>
                <c:pt idx="112">
                  <c:v>2025-07</c:v>
                </c:pt>
                <c:pt idx="113">
                  <c:v>2025-08</c:v>
                </c:pt>
                <c:pt idx="114">
                  <c:v>2025-09</c:v>
                </c:pt>
                <c:pt idx="115">
                  <c:v>2025-10</c:v>
                </c:pt>
                <c:pt idx="116">
                  <c:v>2025-11</c:v>
                </c:pt>
                <c:pt idx="117">
                  <c:v>2025-12</c:v>
                </c:pt>
                <c:pt idx="118">
                  <c:v>2026-01</c:v>
                </c:pt>
                <c:pt idx="119">
                  <c:v>2026-02</c:v>
                </c:pt>
                <c:pt idx="120">
                  <c:v>2026-03</c:v>
                </c:pt>
                <c:pt idx="121">
                  <c:v>2026-04</c:v>
                </c:pt>
                <c:pt idx="122">
                  <c:v>2026-05</c:v>
                </c:pt>
                <c:pt idx="123">
                  <c:v>2026-05</c:v>
                </c:pt>
                <c:pt idx="124">
                  <c:v>2026-06</c:v>
                </c:pt>
                <c:pt idx="125">
                  <c:v>2026-07</c:v>
                </c:pt>
                <c:pt idx="126">
                  <c:v>2026-08</c:v>
                </c:pt>
              </c:strCache>
            </c:strRef>
          </c:cat>
          <c:val>
            <c:numRef>
              <c:f>Sheet1!$B$2:$B$128</c:f>
              <c:numCache>
                <c:formatCode>General</c:formatCode>
                <c:ptCount val="127"/>
                <c:pt idx="0">
                  <c:v>1.0</c:v>
                </c:pt>
                <c:pt idx="1">
                  <c:v>0.9719</c:v>
                </c:pt>
                <c:pt idx="2">
                  <c:v>1.0159</c:v>
                </c:pt>
                <c:pt idx="3">
                  <c:v>1.0194</c:v>
                </c:pt>
                <c:pt idx="4">
                  <c:v>0.9846</c:v>
                </c:pt>
                <c:pt idx="5">
                  <c:v>0.973</c:v>
                </c:pt>
                <c:pt idx="6">
                  <c:v>0.9789</c:v>
                </c:pt>
                <c:pt idx="7">
                  <c:v>0.9654</c:v>
                </c:pt>
                <c:pt idx="8">
                  <c:v>0.9659</c:v>
                </c:pt>
                <c:pt idx="9">
                  <c:v>0.9564</c:v>
                </c:pt>
                <c:pt idx="10">
                  <c:v>0.9649</c:v>
                </c:pt>
                <c:pt idx="11">
                  <c:v>0.9714</c:v>
                </c:pt>
                <c:pt idx="12">
                  <c:v>0.9626</c:v>
                </c:pt>
                <c:pt idx="13">
                  <c:v>0.9648</c:v>
                </c:pt>
                <c:pt idx="14">
                  <c:v>1.022</c:v>
                </c:pt>
                <c:pt idx="15">
                  <c:v>1.0222</c:v>
                </c:pt>
                <c:pt idx="16">
                  <c:v>1.0475</c:v>
                </c:pt>
                <c:pt idx="17">
                  <c:v>1.0608</c:v>
                </c:pt>
                <c:pt idx="18">
                  <c:v>1.0993</c:v>
                </c:pt>
                <c:pt idx="19">
                  <c:v>1.1</c:v>
                </c:pt>
                <c:pt idx="20">
                  <c:v>1.1091</c:v>
                </c:pt>
                <c:pt idx="21">
                  <c:v>1.1364</c:v>
                </c:pt>
                <c:pt idx="22">
                  <c:v>1.1341</c:v>
                </c:pt>
                <c:pt idx="23">
                  <c:v>1.1363</c:v>
                </c:pt>
                <c:pt idx="24">
                  <c:v>1.1134</c:v>
                </c:pt>
                <c:pt idx="25">
                  <c:v>1.1116</c:v>
                </c:pt>
                <c:pt idx="26">
                  <c:v>1.1198</c:v>
                </c:pt>
                <c:pt idx="27">
                  <c:v>1.1298</c:v>
                </c:pt>
                <c:pt idx="28">
                  <c:v>1.1425</c:v>
                </c:pt>
                <c:pt idx="29">
                  <c:v>1.1471</c:v>
                </c:pt>
                <c:pt idx="30">
                  <c:v>1.1436</c:v>
                </c:pt>
                <c:pt idx="31">
                  <c:v>1.1116</c:v>
                </c:pt>
                <c:pt idx="32">
                  <c:v>1.1388</c:v>
                </c:pt>
                <c:pt idx="33">
                  <c:v>1.1397</c:v>
                </c:pt>
                <c:pt idx="34">
                  <c:v>1.1384</c:v>
                </c:pt>
                <c:pt idx="35">
                  <c:v>1.1475</c:v>
                </c:pt>
                <c:pt idx="36">
                  <c:v>1.1383</c:v>
                </c:pt>
                <c:pt idx="37">
                  <c:v>1.1332</c:v>
                </c:pt>
                <c:pt idx="38">
                  <c:v>1.16</c:v>
                </c:pt>
                <c:pt idx="39">
                  <c:v>1.144</c:v>
                </c:pt>
                <c:pt idx="40">
                  <c:v>1.1488</c:v>
                </c:pt>
                <c:pt idx="41">
                  <c:v>1.1739</c:v>
                </c:pt>
                <c:pt idx="42">
                  <c:v>1.1448</c:v>
                </c:pt>
                <c:pt idx="43">
                  <c:v>1.156</c:v>
                </c:pt>
                <c:pt idx="44">
                  <c:v>1.1434</c:v>
                </c:pt>
                <c:pt idx="45">
                  <c:v>1.1269</c:v>
                </c:pt>
                <c:pt idx="46">
                  <c:v>1.1362</c:v>
                </c:pt>
                <c:pt idx="47">
                  <c:v>1.1618</c:v>
                </c:pt>
                <c:pt idx="48">
                  <c:v>1.161</c:v>
                </c:pt>
                <c:pt idx="49">
                  <c:v>1.1777</c:v>
                </c:pt>
                <c:pt idx="50">
                  <c:v>1.1928</c:v>
                </c:pt>
                <c:pt idx="51">
                  <c:v>1.1918</c:v>
                </c:pt>
                <c:pt idx="52">
                  <c:v>1.1866</c:v>
                </c:pt>
                <c:pt idx="53">
                  <c:v>1.2118</c:v>
                </c:pt>
                <c:pt idx="54">
                  <c:v>1.2593</c:v>
                </c:pt>
                <c:pt idx="55">
                  <c:v>1.2444</c:v>
                </c:pt>
                <c:pt idx="56">
                  <c:v>1.2909</c:v>
                </c:pt>
                <c:pt idx="57">
                  <c:v>1.3159</c:v>
                </c:pt>
                <c:pt idx="58">
                  <c:v>1.3345</c:v>
                </c:pt>
                <c:pt idx="59">
                  <c:v>1.3596</c:v>
                </c:pt>
                <c:pt idx="60">
                  <c:v>1.3953</c:v>
                </c:pt>
                <c:pt idx="61">
                  <c:v>1.4188</c:v>
                </c:pt>
                <c:pt idx="62">
                  <c:v>1.4223</c:v>
                </c:pt>
                <c:pt idx="63">
                  <c:v>1.4282</c:v>
                </c:pt>
                <c:pt idx="64">
                  <c:v>1.4275</c:v>
                </c:pt>
                <c:pt idx="65">
                  <c:v>1.4583</c:v>
                </c:pt>
                <c:pt idx="66">
                  <c:v>1.5451</c:v>
                </c:pt>
                <c:pt idx="67">
                  <c:v>1.6086</c:v>
                </c:pt>
                <c:pt idx="68">
                  <c:v>1.5736</c:v>
                </c:pt>
                <c:pt idx="69">
                  <c:v>1.562</c:v>
                </c:pt>
                <c:pt idx="70">
                  <c:v>1.5391</c:v>
                </c:pt>
                <c:pt idx="71">
                  <c:v>1.5739</c:v>
                </c:pt>
                <c:pt idx="72">
                  <c:v>1.5229</c:v>
                </c:pt>
                <c:pt idx="73">
                  <c:v>1.5861</c:v>
                </c:pt>
                <c:pt idx="74">
                  <c:v>1.5719</c:v>
                </c:pt>
                <c:pt idx="75">
                  <c:v>1.5673</c:v>
                </c:pt>
                <c:pt idx="76">
                  <c:v>1.6233</c:v>
                </c:pt>
                <c:pt idx="77">
                  <c:v>1.6149</c:v>
                </c:pt>
                <c:pt idx="78">
                  <c:v>1.7242</c:v>
                </c:pt>
                <c:pt idx="79">
                  <c:v>1.7369</c:v>
                </c:pt>
                <c:pt idx="80">
                  <c:v>1.754</c:v>
                </c:pt>
                <c:pt idx="81">
                  <c:v>1.804</c:v>
                </c:pt>
                <c:pt idx="82">
                  <c:v>1.8164</c:v>
                </c:pt>
                <c:pt idx="83">
                  <c:v>1.8577</c:v>
                </c:pt>
                <c:pt idx="84">
                  <c:v>1.9526</c:v>
                </c:pt>
                <c:pt idx="85">
                  <c:v>1.9975</c:v>
                </c:pt>
                <c:pt idx="86">
                  <c:v>2.0558</c:v>
                </c:pt>
                <c:pt idx="87">
                  <c:v>2.0074</c:v>
                </c:pt>
                <c:pt idx="88">
                  <c:v>2.0298</c:v>
                </c:pt>
                <c:pt idx="89">
                  <c:v>2.018</c:v>
                </c:pt>
                <c:pt idx="90">
                  <c:v>2.0104</c:v>
                </c:pt>
                <c:pt idx="91">
                  <c:v>2.02</c:v>
                </c:pt>
                <c:pt idx="92">
                  <c:v>2.0252</c:v>
                </c:pt>
                <c:pt idx="93">
                  <c:v>2.1628</c:v>
                </c:pt>
                <c:pt idx="94">
                  <c:v>2.1912</c:v>
                </c:pt>
                <c:pt idx="95">
                  <c:v>2.222</c:v>
                </c:pt>
                <c:pt idx="96">
                  <c:v>2.1755</c:v>
                </c:pt>
                <c:pt idx="97">
                  <c:v>2.2101</c:v>
                </c:pt>
                <c:pt idx="98">
                  <c:v>2.2138</c:v>
                </c:pt>
                <c:pt idx="99">
                  <c:v>2.2486</c:v>
                </c:pt>
                <c:pt idx="100">
                  <c:v>2.1789</c:v>
                </c:pt>
                <c:pt idx="101">
                  <c:v>2.1152</c:v>
                </c:pt>
                <c:pt idx="102">
                  <c:v>2.1377</c:v>
                </c:pt>
                <c:pt idx="103">
                  <c:v>2.2129</c:v>
                </c:pt>
                <c:pt idx="104">
                  <c:v>2.1716</c:v>
                </c:pt>
                <c:pt idx="105">
                  <c:v>2.2309</c:v>
                </c:pt>
                <c:pt idx="106">
                  <c:v>2.2018</c:v>
                </c:pt>
                <c:pt idx="107">
                  <c:v>2.1927</c:v>
                </c:pt>
                <c:pt idx="108">
                  <c:v>2.1416</c:v>
                </c:pt>
                <c:pt idx="109">
                  <c:v>2.1644</c:v>
                </c:pt>
                <c:pt idx="110">
                  <c:v>2.1471</c:v>
                </c:pt>
                <c:pt idx="111">
                  <c:v>2.1939</c:v>
                </c:pt>
                <c:pt idx="112">
                  <c:v>2.1783</c:v>
                </c:pt>
                <c:pt idx="113">
                  <c:v>2.2717</c:v>
                </c:pt>
                <c:pt idx="114">
                  <c:v>2.2823</c:v>
                </c:pt>
                <c:pt idx="115">
                  <c:v>2.2838</c:v>
                </c:pt>
                <c:pt idx="116">
                  <c:v>2.3073</c:v>
                </c:pt>
                <c:pt idx="117">
                  <c:v>2.3291</c:v>
                </c:pt>
                <c:pt idx="118">
                  <c:v>2.3198</c:v>
                </c:pt>
                <c:pt idx="119">
                  <c:v>2.373</c:v>
                </c:pt>
                <c:pt idx="120">
                  <c:v>2.3789</c:v>
                </c:pt>
                <c:pt idx="121">
                  <c:v>2.403</c:v>
                </c:pt>
                <c:pt idx="122">
                  <c:v>2.4449</c:v>
                </c:pt>
                <c:pt idx="123">
                  <c:v>2.5071</c:v>
                </c:pt>
                <c:pt idx="124">
                  <c:v>2.4303</c:v>
                </c:pt>
                <c:pt idx="125">
                  <c:v>2.4069</c:v>
                </c:pt>
                <c:pt idx="126">
                  <c:v>2.5231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 買進持有</c:v>
                </c:pt>
              </c:strCache>
            </c:strRef>
          </c:tx>
          <c:spPr>
            <a:ln w="25400">
              <a:solidFill>
                <a:srgbClr val="E83F0A"/>
              </a:solidFill>
            </a:ln>
          </c:spPr>
          <c:marker>
            <c:symbol val="none"/>
          </c:marker>
          <c:cat>
            <c:strRef>
              <c:f>Sheet1!$A$2:$A$128</c:f>
              <c:strCache>
                <c:ptCount val="127"/>
                <c:pt idx="0">
                  <c:v>2016-12</c:v>
                </c:pt>
                <c:pt idx="1">
                  <c:v>2017-01</c:v>
                </c:pt>
                <c:pt idx="2">
                  <c:v>2017-02</c:v>
                </c:pt>
                <c:pt idx="3">
                  <c:v>2017-03</c:v>
                </c:pt>
                <c:pt idx="4">
                  <c:v>2017-04</c:v>
                </c:pt>
                <c:pt idx="5">
                  <c:v>2017-05</c:v>
                </c:pt>
                <c:pt idx="6">
                  <c:v>2017-06</c:v>
                </c:pt>
                <c:pt idx="7">
                  <c:v>2017-07</c:v>
                </c:pt>
                <c:pt idx="8">
                  <c:v>2017-08</c:v>
                </c:pt>
                <c:pt idx="9">
                  <c:v>2017-09</c:v>
                </c:pt>
                <c:pt idx="10">
                  <c:v>2017-09</c:v>
                </c:pt>
                <c:pt idx="11">
                  <c:v>2017-10</c:v>
                </c:pt>
                <c:pt idx="12">
                  <c:v>2017-11</c:v>
                </c:pt>
                <c:pt idx="13">
                  <c:v>2017-12</c:v>
                </c:pt>
                <c:pt idx="14">
                  <c:v>2018-01</c:v>
                </c:pt>
                <c:pt idx="15">
                  <c:v>2018-02</c:v>
                </c:pt>
                <c:pt idx="16">
                  <c:v>2018-03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2019-08</c:v>
                </c:pt>
                <c:pt idx="36">
                  <c:v>2019-09</c:v>
                </c:pt>
                <c:pt idx="37">
                  <c:v>2019-10</c:v>
                </c:pt>
                <c:pt idx="38">
                  <c:v>2019-11</c:v>
                </c:pt>
                <c:pt idx="39">
                  <c:v>2019-12</c:v>
                </c:pt>
                <c:pt idx="40">
                  <c:v>2020-01</c:v>
                </c:pt>
                <c:pt idx="41">
                  <c:v>2020-02</c:v>
                </c:pt>
                <c:pt idx="42">
                  <c:v>2020-03</c:v>
                </c:pt>
                <c:pt idx="43">
                  <c:v>2020-04</c:v>
                </c:pt>
                <c:pt idx="44">
                  <c:v>2020-05</c:v>
                </c:pt>
                <c:pt idx="45">
                  <c:v>2020-06</c:v>
                </c:pt>
                <c:pt idx="46">
                  <c:v>2020-07</c:v>
                </c:pt>
                <c:pt idx="47">
                  <c:v>2020-07</c:v>
                </c:pt>
                <c:pt idx="48">
                  <c:v>2020-08</c:v>
                </c:pt>
                <c:pt idx="49">
                  <c:v>2020-09</c:v>
                </c:pt>
                <c:pt idx="50">
                  <c:v>2020-10</c:v>
                </c:pt>
                <c:pt idx="51">
                  <c:v>2020-11</c:v>
                </c:pt>
                <c:pt idx="52">
                  <c:v>2020-12</c:v>
                </c:pt>
                <c:pt idx="53">
                  <c:v>2021-01</c:v>
                </c:pt>
                <c:pt idx="54">
                  <c:v>2021-02</c:v>
                </c:pt>
                <c:pt idx="55">
                  <c:v>2021-03</c:v>
                </c:pt>
                <c:pt idx="56">
                  <c:v>2021-04</c:v>
                </c:pt>
                <c:pt idx="57">
                  <c:v>2021-05</c:v>
                </c:pt>
                <c:pt idx="58">
                  <c:v>2021-06</c:v>
                </c:pt>
                <c:pt idx="59">
                  <c:v>2021-07</c:v>
                </c:pt>
                <c:pt idx="60">
                  <c:v>2021-07</c:v>
                </c:pt>
                <c:pt idx="61">
                  <c:v>2021-08</c:v>
                </c:pt>
                <c:pt idx="62">
                  <c:v>2021-09</c:v>
                </c:pt>
                <c:pt idx="63">
                  <c:v>2021-10</c:v>
                </c:pt>
                <c:pt idx="64">
                  <c:v>2021-11</c:v>
                </c:pt>
                <c:pt idx="65">
                  <c:v>2021-12</c:v>
                </c:pt>
                <c:pt idx="66">
                  <c:v>2022-01</c:v>
                </c:pt>
                <c:pt idx="67">
                  <c:v>2022-02</c:v>
                </c:pt>
                <c:pt idx="68">
                  <c:v>2022-03</c:v>
                </c:pt>
                <c:pt idx="69">
                  <c:v>2022-04</c:v>
                </c:pt>
                <c:pt idx="70">
                  <c:v>2022-05</c:v>
                </c:pt>
                <c:pt idx="71">
                  <c:v>2022-06</c:v>
                </c:pt>
                <c:pt idx="72">
                  <c:v>2022-07</c:v>
                </c:pt>
                <c:pt idx="73">
                  <c:v>2022-07</c:v>
                </c:pt>
                <c:pt idx="74">
                  <c:v>2022-08</c:v>
                </c:pt>
                <c:pt idx="75">
                  <c:v>2022-09</c:v>
                </c:pt>
                <c:pt idx="76">
                  <c:v>2022-10</c:v>
                </c:pt>
                <c:pt idx="77">
                  <c:v>2022-11</c:v>
                </c:pt>
                <c:pt idx="78">
                  <c:v>2022-12</c:v>
                </c:pt>
                <c:pt idx="79">
                  <c:v>2023-01</c:v>
                </c:pt>
                <c:pt idx="80">
                  <c:v>2023-02</c:v>
                </c:pt>
                <c:pt idx="81">
                  <c:v>2023-03</c:v>
                </c:pt>
                <c:pt idx="82">
                  <c:v>2023-04</c:v>
                </c:pt>
                <c:pt idx="83">
                  <c:v>2023-05</c:v>
                </c:pt>
                <c:pt idx="84">
                  <c:v>2023-06</c:v>
                </c:pt>
                <c:pt idx="85">
                  <c:v>2023-06</c:v>
                </c:pt>
                <c:pt idx="86">
                  <c:v>2023-07</c:v>
                </c:pt>
                <c:pt idx="87">
                  <c:v>2023-08</c:v>
                </c:pt>
                <c:pt idx="88">
                  <c:v>2023-09</c:v>
                </c:pt>
                <c:pt idx="89">
                  <c:v>2023-10</c:v>
                </c:pt>
                <c:pt idx="90">
                  <c:v>2023-11</c:v>
                </c:pt>
                <c:pt idx="91">
                  <c:v>2023-12</c:v>
                </c:pt>
                <c:pt idx="92">
                  <c:v>2024-01</c:v>
                </c:pt>
                <c:pt idx="93">
                  <c:v>2024-02</c:v>
                </c:pt>
                <c:pt idx="94">
                  <c:v>2024-03</c:v>
                </c:pt>
                <c:pt idx="95">
                  <c:v>2024-04</c:v>
                </c:pt>
                <c:pt idx="96">
                  <c:v>2024-05</c:v>
                </c:pt>
                <c:pt idx="97">
                  <c:v>2024-05</c:v>
                </c:pt>
                <c:pt idx="98">
                  <c:v>2024-06</c:v>
                </c:pt>
                <c:pt idx="99">
                  <c:v>2024-07</c:v>
                </c:pt>
                <c:pt idx="100">
                  <c:v>2024-08</c:v>
                </c:pt>
                <c:pt idx="101">
                  <c:v>2024-09</c:v>
                </c:pt>
                <c:pt idx="102">
                  <c:v>2024-10</c:v>
                </c:pt>
                <c:pt idx="103">
                  <c:v>2024-11</c:v>
                </c:pt>
                <c:pt idx="104">
                  <c:v>2024-12</c:v>
                </c:pt>
                <c:pt idx="105">
                  <c:v>2025-01</c:v>
                </c:pt>
                <c:pt idx="106">
                  <c:v>2025-02</c:v>
                </c:pt>
                <c:pt idx="107">
                  <c:v>2025-03</c:v>
                </c:pt>
                <c:pt idx="108">
                  <c:v>2025-04</c:v>
                </c:pt>
                <c:pt idx="109">
                  <c:v>2025-05</c:v>
                </c:pt>
                <c:pt idx="110">
                  <c:v>2025-05</c:v>
                </c:pt>
                <c:pt idx="111">
                  <c:v>2025-06</c:v>
                </c:pt>
                <c:pt idx="112">
                  <c:v>2025-07</c:v>
                </c:pt>
                <c:pt idx="113">
                  <c:v>2025-08</c:v>
                </c:pt>
                <c:pt idx="114">
                  <c:v>2025-09</c:v>
                </c:pt>
                <c:pt idx="115">
                  <c:v>2025-10</c:v>
                </c:pt>
                <c:pt idx="116">
                  <c:v>2025-11</c:v>
                </c:pt>
                <c:pt idx="117">
                  <c:v>2025-12</c:v>
                </c:pt>
                <c:pt idx="118">
                  <c:v>2026-01</c:v>
                </c:pt>
                <c:pt idx="119">
                  <c:v>2026-02</c:v>
                </c:pt>
                <c:pt idx="120">
                  <c:v>2026-03</c:v>
                </c:pt>
                <c:pt idx="121">
                  <c:v>2026-04</c:v>
                </c:pt>
                <c:pt idx="122">
                  <c:v>2026-05</c:v>
                </c:pt>
                <c:pt idx="123">
                  <c:v>2026-05</c:v>
                </c:pt>
                <c:pt idx="124">
                  <c:v>2026-06</c:v>
                </c:pt>
                <c:pt idx="125">
                  <c:v>2026-07</c:v>
                </c:pt>
                <c:pt idx="126">
                  <c:v>2026-08</c:v>
                </c:pt>
              </c:strCache>
            </c:strRef>
          </c:cat>
          <c:val>
            <c:numRef>
              <c:f>Sheet1!$C$2:$C$128</c:f>
              <c:numCache>
                <c:formatCode>General</c:formatCode>
                <c:ptCount val="127"/>
                <c:pt idx="0">
                  <c:v>0.9993</c:v>
                </c:pt>
                <c:pt idx="1">
                  <c:v>1.0027</c:v>
                </c:pt>
                <c:pt idx="2">
                  <c:v>1.0388</c:v>
                </c:pt>
                <c:pt idx="3">
                  <c:v>1.0524</c:v>
                </c:pt>
                <c:pt idx="4">
                  <c:v>1.0302</c:v>
                </c:pt>
                <c:pt idx="5">
                  <c:v>1.058</c:v>
                </c:pt>
                <c:pt idx="6">
                  <c:v>1.0792</c:v>
                </c:pt>
                <c:pt idx="7">
                  <c:v>1.077</c:v>
                </c:pt>
                <c:pt idx="8">
                  <c:v>1.0997</c:v>
                </c:pt>
                <c:pt idx="9">
                  <c:v>1.1005</c:v>
                </c:pt>
                <c:pt idx="10">
                  <c:v>1.1194</c:v>
                </c:pt>
                <c:pt idx="11">
                  <c:v>1.1466</c:v>
                </c:pt>
                <c:pt idx="12">
                  <c:v>1.1569</c:v>
                </c:pt>
                <c:pt idx="13">
                  <c:v>1.1946</c:v>
                </c:pt>
                <c:pt idx="14">
                  <c:v>1.2502</c:v>
                </c:pt>
                <c:pt idx="15">
                  <c:v>1.2148</c:v>
                </c:pt>
                <c:pt idx="16">
                  <c:v>1.2229</c:v>
                </c:pt>
                <c:pt idx="17">
                  <c:v>1.1788</c:v>
                </c:pt>
                <c:pt idx="18">
                  <c:v>1.2104</c:v>
                </c:pt>
                <c:pt idx="19">
                  <c:v>1.2336</c:v>
                </c:pt>
                <c:pt idx="20">
                  <c:v>1.2243</c:v>
                </c:pt>
                <c:pt idx="21">
                  <c:v>1.2592</c:v>
                </c:pt>
                <c:pt idx="22">
                  <c:v>1.2867</c:v>
                </c:pt>
                <c:pt idx="23">
                  <c:v>1.2931</c:v>
                </c:pt>
                <c:pt idx="24">
                  <c:v>1.1782</c:v>
                </c:pt>
                <c:pt idx="25">
                  <c:v>1.1641</c:v>
                </c:pt>
                <c:pt idx="26">
                  <c:v>1.067</c:v>
                </c:pt>
                <c:pt idx="27">
                  <c:v>1.1803</c:v>
                </c:pt>
                <c:pt idx="28">
                  <c:v>1.2265</c:v>
                </c:pt>
                <c:pt idx="29">
                  <c:v>1.2466</c:v>
                </c:pt>
                <c:pt idx="30">
                  <c:v>1.284</c:v>
                </c:pt>
                <c:pt idx="31">
                  <c:v>1.2718</c:v>
                </c:pt>
                <c:pt idx="32">
                  <c:v>1.2664</c:v>
                </c:pt>
                <c:pt idx="33">
                  <c:v>1.319</c:v>
                </c:pt>
                <c:pt idx="34">
                  <c:v>1.2907</c:v>
                </c:pt>
                <c:pt idx="35">
                  <c:v>1.2877</c:v>
                </c:pt>
                <c:pt idx="36">
                  <c:v>1.3045</c:v>
                </c:pt>
                <c:pt idx="37">
                  <c:v>1.3292</c:v>
                </c:pt>
                <c:pt idx="38">
                  <c:v>1.3688</c:v>
                </c:pt>
                <c:pt idx="39">
                  <c:v>1.416</c:v>
                </c:pt>
                <c:pt idx="40">
                  <c:v>1.4603</c:v>
                </c:pt>
                <c:pt idx="41">
                  <c:v>1.4829</c:v>
                </c:pt>
                <c:pt idx="42">
                  <c:v>1.1931</c:v>
                </c:pt>
                <c:pt idx="43">
                  <c:v>1.2357</c:v>
                </c:pt>
                <c:pt idx="44">
                  <c:v>1.3012</c:v>
                </c:pt>
                <c:pt idx="45">
                  <c:v>1.4194</c:v>
                </c:pt>
                <c:pt idx="46">
                  <c:v>1.3918</c:v>
                </c:pt>
                <c:pt idx="47">
                  <c:v>1.4576</c:v>
                </c:pt>
                <c:pt idx="48">
                  <c:v>1.5658</c:v>
                </c:pt>
                <c:pt idx="49">
                  <c:v>1.4704</c:v>
                </c:pt>
                <c:pt idx="50">
                  <c:v>1.5459</c:v>
                </c:pt>
                <c:pt idx="51">
                  <c:v>1.5895</c:v>
                </c:pt>
                <c:pt idx="52">
                  <c:v>1.6595</c:v>
                </c:pt>
                <c:pt idx="53">
                  <c:v>1.6835</c:v>
                </c:pt>
                <c:pt idx="54">
                  <c:v>1.7624</c:v>
                </c:pt>
                <c:pt idx="55">
                  <c:v>1.7661</c:v>
                </c:pt>
                <c:pt idx="56">
                  <c:v>1.8495</c:v>
                </c:pt>
                <c:pt idx="57">
                  <c:v>1.8967</c:v>
                </c:pt>
                <c:pt idx="58">
                  <c:v>1.8971</c:v>
                </c:pt>
                <c:pt idx="59">
                  <c:v>1.9527</c:v>
                </c:pt>
                <c:pt idx="60">
                  <c:v>1.9763</c:v>
                </c:pt>
                <c:pt idx="61">
                  <c:v>2.0267</c:v>
                </c:pt>
                <c:pt idx="62">
                  <c:v>2.0041</c:v>
                </c:pt>
                <c:pt idx="63">
                  <c:v>2.0428</c:v>
                </c:pt>
                <c:pt idx="64">
                  <c:v>2.1154</c:v>
                </c:pt>
                <c:pt idx="65">
                  <c:v>2.0792</c:v>
                </c:pt>
                <c:pt idx="66">
                  <c:v>2.1009</c:v>
                </c:pt>
                <c:pt idx="67">
                  <c:v>1.9895</c:v>
                </c:pt>
                <c:pt idx="68">
                  <c:v>1.8977</c:v>
                </c:pt>
                <c:pt idx="69">
                  <c:v>2.0292</c:v>
                </c:pt>
                <c:pt idx="70">
                  <c:v>1.861</c:v>
                </c:pt>
                <c:pt idx="71">
                  <c:v>1.8566</c:v>
                </c:pt>
                <c:pt idx="72">
                  <c:v>1.7299</c:v>
                </c:pt>
                <c:pt idx="73">
                  <c:v>1.8685</c:v>
                </c:pt>
                <c:pt idx="74">
                  <c:v>1.8331</c:v>
                </c:pt>
                <c:pt idx="75">
                  <c:v>1.6695</c:v>
                </c:pt>
                <c:pt idx="76">
                  <c:v>1.6949</c:v>
                </c:pt>
                <c:pt idx="77">
                  <c:v>1.7873</c:v>
                </c:pt>
                <c:pt idx="78">
                  <c:v>1.7314</c:v>
                </c:pt>
                <c:pt idx="79">
                  <c:v>1.7936</c:v>
                </c:pt>
                <c:pt idx="80">
                  <c:v>1.83</c:v>
                </c:pt>
                <c:pt idx="81">
                  <c:v>1.7243</c:v>
                </c:pt>
                <c:pt idx="82">
                  <c:v>1.8275</c:v>
                </c:pt>
                <c:pt idx="83">
                  <c:v>1.8355</c:v>
                </c:pt>
                <c:pt idx="84">
                  <c:v>1.8967</c:v>
                </c:pt>
                <c:pt idx="85">
                  <c:v>1.9633</c:v>
                </c:pt>
                <c:pt idx="86">
                  <c:v>2.0169</c:v>
                </c:pt>
                <c:pt idx="87">
                  <c:v>1.934</c:v>
                </c:pt>
                <c:pt idx="88">
                  <c:v>1.8902</c:v>
                </c:pt>
                <c:pt idx="89">
                  <c:v>1.8389</c:v>
                </c:pt>
                <c:pt idx="90">
                  <c:v>1.9606</c:v>
                </c:pt>
                <c:pt idx="91">
                  <c:v>2.0423</c:v>
                </c:pt>
                <c:pt idx="92">
                  <c:v>2.0626</c:v>
                </c:pt>
                <c:pt idx="93">
                  <c:v>2.1594</c:v>
                </c:pt>
                <c:pt idx="94">
                  <c:v>2.198</c:v>
                </c:pt>
                <c:pt idx="95">
                  <c:v>2.2209</c:v>
                </c:pt>
                <c:pt idx="96">
                  <c:v>2.1809</c:v>
                </c:pt>
                <c:pt idx="97">
                  <c:v>2.241</c:v>
                </c:pt>
                <c:pt idx="98">
                  <c:v>2.3098</c:v>
                </c:pt>
                <c:pt idx="99">
                  <c:v>2.2977</c:v>
                </c:pt>
                <c:pt idx="100">
                  <c:v>2.3619</c:v>
                </c:pt>
                <c:pt idx="101">
                  <c:v>2.3823</c:v>
                </c:pt>
                <c:pt idx="102">
                  <c:v>2.4413</c:v>
                </c:pt>
                <c:pt idx="103">
                  <c:v>2.44</c:v>
                </c:pt>
                <c:pt idx="104">
                  <c:v>2.5015</c:v>
                </c:pt>
                <c:pt idx="105">
                  <c:v>2.3969</c:v>
                </c:pt>
                <c:pt idx="106">
                  <c:v>2.4723</c:v>
                </c:pt>
                <c:pt idx="107">
                  <c:v>2.3579</c:v>
                </c:pt>
                <c:pt idx="108">
                  <c:v>2.067</c:v>
                </c:pt>
                <c:pt idx="109">
                  <c:v>2.3093</c:v>
                </c:pt>
                <c:pt idx="110">
                  <c:v>2.3969</c:v>
                </c:pt>
                <c:pt idx="111">
                  <c:v>2.4934</c:v>
                </c:pt>
                <c:pt idx="112">
                  <c:v>2.5757</c:v>
                </c:pt>
                <c:pt idx="113">
                  <c:v>2.5992</c:v>
                </c:pt>
                <c:pt idx="114">
                  <c:v>2.6719</c:v>
                </c:pt>
                <c:pt idx="115">
                  <c:v>2.6643</c:v>
                </c:pt>
                <c:pt idx="116">
                  <c:v>2.6848</c:v>
                </c:pt>
                <c:pt idx="117">
                  <c:v>2.7212</c:v>
                </c:pt>
                <c:pt idx="118">
                  <c:v>2.7644</c:v>
                </c:pt>
                <c:pt idx="119">
                  <c:v>2.741</c:v>
                </c:pt>
                <c:pt idx="120">
                  <c:v>2.6597</c:v>
                </c:pt>
                <c:pt idx="121">
                  <c:v>2.5941</c:v>
                </c:pt>
                <c:pt idx="122">
                  <c:v>2.8429</c:v>
                </c:pt>
                <c:pt idx="123">
                  <c:v>2.9761</c:v>
                </c:pt>
                <c:pt idx="124">
                  <c:v>2.8807</c:v>
                </c:pt>
                <c:pt idx="125">
                  <c:v>2.8962</c:v>
                </c:pt>
                <c:pt idx="126">
                  <c:v>3.0423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最終策略</c:v>
                </c:pt>
              </c:strCache>
            </c:strRef>
          </c:tx>
          <c:spPr>
            <a:ln w="25400">
              <a:solidFill>
                <a:srgbClr val="0065B2"/>
              </a:solidFill>
            </a:ln>
          </c:spPr>
          <c:marker>
            <c:symbol val="none"/>
          </c:marker>
          <c:cat>
            <c:strRef>
              <c:f>Sheet1!$A$2:$A$128</c:f>
              <c:strCache>
                <c:ptCount val="127"/>
                <c:pt idx="0">
                  <c:v>2016-12</c:v>
                </c:pt>
                <c:pt idx="1">
                  <c:v>2017-01</c:v>
                </c:pt>
                <c:pt idx="2">
                  <c:v>2017-02</c:v>
                </c:pt>
                <c:pt idx="3">
                  <c:v>2017-03</c:v>
                </c:pt>
                <c:pt idx="4">
                  <c:v>2017-04</c:v>
                </c:pt>
                <c:pt idx="5">
                  <c:v>2017-05</c:v>
                </c:pt>
                <c:pt idx="6">
                  <c:v>2017-06</c:v>
                </c:pt>
                <c:pt idx="7">
                  <c:v>2017-07</c:v>
                </c:pt>
                <c:pt idx="8">
                  <c:v>2017-08</c:v>
                </c:pt>
                <c:pt idx="9">
                  <c:v>2017-09</c:v>
                </c:pt>
                <c:pt idx="10">
                  <c:v>2017-09</c:v>
                </c:pt>
                <c:pt idx="11">
                  <c:v>2017-10</c:v>
                </c:pt>
                <c:pt idx="12">
                  <c:v>2017-11</c:v>
                </c:pt>
                <c:pt idx="13">
                  <c:v>2017-12</c:v>
                </c:pt>
                <c:pt idx="14">
                  <c:v>2018-01</c:v>
                </c:pt>
                <c:pt idx="15">
                  <c:v>2018-02</c:v>
                </c:pt>
                <c:pt idx="16">
                  <c:v>2018-03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2019-08</c:v>
                </c:pt>
                <c:pt idx="36">
                  <c:v>2019-09</c:v>
                </c:pt>
                <c:pt idx="37">
                  <c:v>2019-10</c:v>
                </c:pt>
                <c:pt idx="38">
                  <c:v>2019-11</c:v>
                </c:pt>
                <c:pt idx="39">
                  <c:v>2019-12</c:v>
                </c:pt>
                <c:pt idx="40">
                  <c:v>2020-01</c:v>
                </c:pt>
                <c:pt idx="41">
                  <c:v>2020-02</c:v>
                </c:pt>
                <c:pt idx="42">
                  <c:v>2020-03</c:v>
                </c:pt>
                <c:pt idx="43">
                  <c:v>2020-04</c:v>
                </c:pt>
                <c:pt idx="44">
                  <c:v>2020-05</c:v>
                </c:pt>
                <c:pt idx="45">
                  <c:v>2020-06</c:v>
                </c:pt>
                <c:pt idx="46">
                  <c:v>2020-07</c:v>
                </c:pt>
                <c:pt idx="47">
                  <c:v>2020-07</c:v>
                </c:pt>
                <c:pt idx="48">
                  <c:v>2020-08</c:v>
                </c:pt>
                <c:pt idx="49">
                  <c:v>2020-09</c:v>
                </c:pt>
                <c:pt idx="50">
                  <c:v>2020-10</c:v>
                </c:pt>
                <c:pt idx="51">
                  <c:v>2020-11</c:v>
                </c:pt>
                <c:pt idx="52">
                  <c:v>2020-12</c:v>
                </c:pt>
                <c:pt idx="53">
                  <c:v>2021-01</c:v>
                </c:pt>
                <c:pt idx="54">
                  <c:v>2021-02</c:v>
                </c:pt>
                <c:pt idx="55">
                  <c:v>2021-03</c:v>
                </c:pt>
                <c:pt idx="56">
                  <c:v>2021-04</c:v>
                </c:pt>
                <c:pt idx="57">
                  <c:v>2021-05</c:v>
                </c:pt>
                <c:pt idx="58">
                  <c:v>2021-06</c:v>
                </c:pt>
                <c:pt idx="59">
                  <c:v>2021-07</c:v>
                </c:pt>
                <c:pt idx="60">
                  <c:v>2021-07</c:v>
                </c:pt>
                <c:pt idx="61">
                  <c:v>2021-08</c:v>
                </c:pt>
                <c:pt idx="62">
                  <c:v>2021-09</c:v>
                </c:pt>
                <c:pt idx="63">
                  <c:v>2021-10</c:v>
                </c:pt>
                <c:pt idx="64">
                  <c:v>2021-11</c:v>
                </c:pt>
                <c:pt idx="65">
                  <c:v>2021-12</c:v>
                </c:pt>
                <c:pt idx="66">
                  <c:v>2022-01</c:v>
                </c:pt>
                <c:pt idx="67">
                  <c:v>2022-02</c:v>
                </c:pt>
                <c:pt idx="68">
                  <c:v>2022-03</c:v>
                </c:pt>
                <c:pt idx="69">
                  <c:v>2022-04</c:v>
                </c:pt>
                <c:pt idx="70">
                  <c:v>2022-05</c:v>
                </c:pt>
                <c:pt idx="71">
                  <c:v>2022-06</c:v>
                </c:pt>
                <c:pt idx="72">
                  <c:v>2022-07</c:v>
                </c:pt>
                <c:pt idx="73">
                  <c:v>2022-07</c:v>
                </c:pt>
                <c:pt idx="74">
                  <c:v>2022-08</c:v>
                </c:pt>
                <c:pt idx="75">
                  <c:v>2022-09</c:v>
                </c:pt>
                <c:pt idx="76">
                  <c:v>2022-10</c:v>
                </c:pt>
                <c:pt idx="77">
                  <c:v>2022-11</c:v>
                </c:pt>
                <c:pt idx="78">
                  <c:v>2022-12</c:v>
                </c:pt>
                <c:pt idx="79">
                  <c:v>2023-01</c:v>
                </c:pt>
                <c:pt idx="80">
                  <c:v>2023-02</c:v>
                </c:pt>
                <c:pt idx="81">
                  <c:v>2023-03</c:v>
                </c:pt>
                <c:pt idx="82">
                  <c:v>2023-04</c:v>
                </c:pt>
                <c:pt idx="83">
                  <c:v>2023-05</c:v>
                </c:pt>
                <c:pt idx="84">
                  <c:v>2023-06</c:v>
                </c:pt>
                <c:pt idx="85">
                  <c:v>2023-06</c:v>
                </c:pt>
                <c:pt idx="86">
                  <c:v>2023-07</c:v>
                </c:pt>
                <c:pt idx="87">
                  <c:v>2023-08</c:v>
                </c:pt>
                <c:pt idx="88">
                  <c:v>2023-09</c:v>
                </c:pt>
                <c:pt idx="89">
                  <c:v>2023-10</c:v>
                </c:pt>
                <c:pt idx="90">
                  <c:v>2023-11</c:v>
                </c:pt>
                <c:pt idx="91">
                  <c:v>2023-12</c:v>
                </c:pt>
                <c:pt idx="92">
                  <c:v>2024-01</c:v>
                </c:pt>
                <c:pt idx="93">
                  <c:v>2024-02</c:v>
                </c:pt>
                <c:pt idx="94">
                  <c:v>2024-03</c:v>
                </c:pt>
                <c:pt idx="95">
                  <c:v>2024-04</c:v>
                </c:pt>
                <c:pt idx="96">
                  <c:v>2024-05</c:v>
                </c:pt>
                <c:pt idx="97">
                  <c:v>2024-05</c:v>
                </c:pt>
                <c:pt idx="98">
                  <c:v>2024-06</c:v>
                </c:pt>
                <c:pt idx="99">
                  <c:v>2024-07</c:v>
                </c:pt>
                <c:pt idx="100">
                  <c:v>2024-08</c:v>
                </c:pt>
                <c:pt idx="101">
                  <c:v>2024-09</c:v>
                </c:pt>
                <c:pt idx="102">
                  <c:v>2024-10</c:v>
                </c:pt>
                <c:pt idx="103">
                  <c:v>2024-11</c:v>
                </c:pt>
                <c:pt idx="104">
                  <c:v>2024-12</c:v>
                </c:pt>
                <c:pt idx="105">
                  <c:v>2025-01</c:v>
                </c:pt>
                <c:pt idx="106">
                  <c:v>2025-02</c:v>
                </c:pt>
                <c:pt idx="107">
                  <c:v>2025-03</c:v>
                </c:pt>
                <c:pt idx="108">
                  <c:v>2025-04</c:v>
                </c:pt>
                <c:pt idx="109">
                  <c:v>2025-05</c:v>
                </c:pt>
                <c:pt idx="110">
                  <c:v>2025-05</c:v>
                </c:pt>
                <c:pt idx="111">
                  <c:v>2025-06</c:v>
                </c:pt>
                <c:pt idx="112">
                  <c:v>2025-07</c:v>
                </c:pt>
                <c:pt idx="113">
                  <c:v>2025-08</c:v>
                </c:pt>
                <c:pt idx="114">
                  <c:v>2025-09</c:v>
                </c:pt>
                <c:pt idx="115">
                  <c:v>2025-10</c:v>
                </c:pt>
                <c:pt idx="116">
                  <c:v>2025-11</c:v>
                </c:pt>
                <c:pt idx="117">
                  <c:v>2025-12</c:v>
                </c:pt>
                <c:pt idx="118">
                  <c:v>2026-01</c:v>
                </c:pt>
                <c:pt idx="119">
                  <c:v>2026-02</c:v>
                </c:pt>
                <c:pt idx="120">
                  <c:v>2026-03</c:v>
                </c:pt>
                <c:pt idx="121">
                  <c:v>2026-04</c:v>
                </c:pt>
                <c:pt idx="122">
                  <c:v>2026-05</c:v>
                </c:pt>
                <c:pt idx="123">
                  <c:v>2026-05</c:v>
                </c:pt>
                <c:pt idx="124">
                  <c:v>2026-06</c:v>
                </c:pt>
                <c:pt idx="125">
                  <c:v>2026-07</c:v>
                </c:pt>
                <c:pt idx="126">
                  <c:v>2026-08</c:v>
                </c:pt>
              </c:strCache>
            </c:strRef>
          </c:cat>
          <c:val>
            <c:numRef>
              <c:f>Sheet1!$B$2:$B$128</c:f>
              <c:numCache>
                <c:formatCode>General</c:formatCode>
                <c:ptCount val="127"/>
                <c:pt idx="0">
                  <c:v>0.0</c:v>
                </c:pt>
                <c:pt idx="1">
                  <c:v>-0.0281</c:v>
                </c:pt>
                <c:pt idx="2">
                  <c:v>-0.0003</c:v>
                </c:pt>
                <c:pt idx="3">
                  <c:v>-0.0073</c:v>
                </c:pt>
                <c:pt idx="4">
                  <c:v>-0.0342</c:v>
                </c:pt>
                <c:pt idx="5">
                  <c:v>-0.0455</c:v>
                </c:pt>
                <c:pt idx="6">
                  <c:v>-0.0411</c:v>
                </c:pt>
                <c:pt idx="7">
                  <c:v>-0.0562</c:v>
                </c:pt>
                <c:pt idx="8">
                  <c:v>-0.0525</c:v>
                </c:pt>
                <c:pt idx="9">
                  <c:v>-0.077</c:v>
                </c:pt>
                <c:pt idx="10">
                  <c:v>-0.0597</c:v>
                </c:pt>
                <c:pt idx="11">
                  <c:v>-0.0556</c:v>
                </c:pt>
                <c:pt idx="12">
                  <c:v>-0.0557</c:v>
                </c:pt>
                <c:pt idx="13">
                  <c:v>-0.0535</c:v>
                </c:pt>
                <c:pt idx="14">
                  <c:v>-0.0047</c:v>
                </c:pt>
                <c:pt idx="15">
                  <c:v>-0.037</c:v>
                </c:pt>
                <c:pt idx="16">
                  <c:v>-0.0047</c:v>
                </c:pt>
                <c:pt idx="17">
                  <c:v>-0.0041</c:v>
                </c:pt>
                <c:pt idx="18">
                  <c:v>0.0</c:v>
                </c:pt>
                <c:pt idx="19">
                  <c:v>-0.0119</c:v>
                </c:pt>
                <c:pt idx="20">
                  <c:v>-0.0048</c:v>
                </c:pt>
                <c:pt idx="21">
                  <c:v>-0.0111</c:v>
                </c:pt>
                <c:pt idx="22">
                  <c:v>-0.0131</c:v>
                </c:pt>
                <c:pt idx="23">
                  <c:v>-0.0083</c:v>
                </c:pt>
                <c:pt idx="24">
                  <c:v>-0.0272</c:v>
                </c:pt>
                <c:pt idx="25">
                  <c:v>-0.0287</c:v>
                </c:pt>
                <c:pt idx="26">
                  <c:v>-0.0216</c:v>
                </c:pt>
                <c:pt idx="27">
                  <c:v>-0.0213</c:v>
                </c:pt>
                <c:pt idx="28">
                  <c:v>-0.0213</c:v>
                </c:pt>
                <c:pt idx="29">
                  <c:v>-0.0083</c:v>
                </c:pt>
                <c:pt idx="30">
                  <c:v>-0.0145</c:v>
                </c:pt>
                <c:pt idx="31">
                  <c:v>-0.0423</c:v>
                </c:pt>
                <c:pt idx="32">
                  <c:v>-0.0606</c:v>
                </c:pt>
                <c:pt idx="33">
                  <c:v>-0.0263</c:v>
                </c:pt>
                <c:pt idx="34">
                  <c:v>-0.0192</c:v>
                </c:pt>
                <c:pt idx="35">
                  <c:v>-0.0338</c:v>
                </c:pt>
                <c:pt idx="36">
                  <c:v>-0.0225</c:v>
                </c:pt>
                <c:pt idx="37">
                  <c:v>-0.0252</c:v>
                </c:pt>
                <c:pt idx="38">
                  <c:v>-0.0032</c:v>
                </c:pt>
                <c:pt idx="39">
                  <c:v>-0.0317</c:v>
                </c:pt>
                <c:pt idx="40">
                  <c:v>-0.0149</c:v>
                </c:pt>
                <c:pt idx="41">
                  <c:v>-0.0004</c:v>
                </c:pt>
                <c:pt idx="42">
                  <c:v>-0.0431</c:v>
                </c:pt>
                <c:pt idx="43">
                  <c:v>-0.073</c:v>
                </c:pt>
                <c:pt idx="44">
                  <c:v>-0.0443</c:v>
                </c:pt>
                <c:pt idx="45">
                  <c:v>-0.0608</c:v>
                </c:pt>
                <c:pt idx="46">
                  <c:v>-0.0503</c:v>
                </c:pt>
                <c:pt idx="47">
                  <c:v>-0.0289</c:v>
                </c:pt>
                <c:pt idx="48">
                  <c:v>-0.0313</c:v>
                </c:pt>
                <c:pt idx="49">
                  <c:v>-0.0228</c:v>
                </c:pt>
                <c:pt idx="50">
                  <c:v>-0.0219</c:v>
                </c:pt>
                <c:pt idx="51">
                  <c:v>-0.0227</c:v>
                </c:pt>
                <c:pt idx="52">
                  <c:v>-0.0293</c:v>
                </c:pt>
                <c:pt idx="53">
                  <c:v>-0.0064</c:v>
                </c:pt>
                <c:pt idx="54">
                  <c:v>0.0</c:v>
                </c:pt>
                <c:pt idx="55">
                  <c:v>-0.0205</c:v>
                </c:pt>
                <c:pt idx="56">
                  <c:v>-0.0039</c:v>
                </c:pt>
                <c:pt idx="57">
                  <c:v>-0.0072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-0.0038</c:v>
                </c:pt>
                <c:pt idx="62">
                  <c:v>-0.0082</c:v>
                </c:pt>
                <c:pt idx="63">
                  <c:v>-0.0016</c:v>
                </c:pt>
                <c:pt idx="64">
                  <c:v>-0.0062</c:v>
                </c:pt>
                <c:pt idx="65">
                  <c:v>0.0</c:v>
                </c:pt>
                <c:pt idx="66">
                  <c:v>0.0</c:v>
                </c:pt>
                <c:pt idx="67">
                  <c:v>-0.0017</c:v>
                </c:pt>
                <c:pt idx="68">
                  <c:v>-0.0315</c:v>
                </c:pt>
                <c:pt idx="69">
                  <c:v>-0.0387</c:v>
                </c:pt>
                <c:pt idx="70">
                  <c:v>-0.0527</c:v>
                </c:pt>
                <c:pt idx="71">
                  <c:v>-0.0313</c:v>
                </c:pt>
                <c:pt idx="72">
                  <c:v>-0.0627</c:v>
                </c:pt>
                <c:pt idx="73">
                  <c:v>-0.044</c:v>
                </c:pt>
                <c:pt idx="74">
                  <c:v>-0.0326</c:v>
                </c:pt>
                <c:pt idx="75">
                  <c:v>-0.0354</c:v>
                </c:pt>
                <c:pt idx="76">
                  <c:v>-0.0062</c:v>
                </c:pt>
                <c:pt idx="77">
                  <c:v>-0.0184</c:v>
                </c:pt>
                <c:pt idx="78">
                  <c:v>-0.0013</c:v>
                </c:pt>
                <c:pt idx="79">
                  <c:v>0.0</c:v>
                </c:pt>
                <c:pt idx="80">
                  <c:v>-0.0291</c:v>
                </c:pt>
                <c:pt idx="81">
                  <c:v>-0.0017</c:v>
                </c:pt>
                <c:pt idx="82">
                  <c:v>0.0</c:v>
                </c:pt>
                <c:pt idx="83">
                  <c:v>-0.0047</c:v>
                </c:pt>
                <c:pt idx="84">
                  <c:v>0.0</c:v>
                </c:pt>
                <c:pt idx="85">
                  <c:v>-0.0117</c:v>
                </c:pt>
                <c:pt idx="86">
                  <c:v>-0.0037</c:v>
                </c:pt>
                <c:pt idx="87">
                  <c:v>-0.0364</c:v>
                </c:pt>
                <c:pt idx="88">
                  <c:v>-0.02</c:v>
                </c:pt>
                <c:pt idx="89">
                  <c:v>-0.0257</c:v>
                </c:pt>
                <c:pt idx="90">
                  <c:v>-0.0294</c:v>
                </c:pt>
                <c:pt idx="91">
                  <c:v>-0.0626</c:v>
                </c:pt>
                <c:pt idx="92">
                  <c:v>-0.0229</c:v>
                </c:pt>
                <c:pt idx="93">
                  <c:v>-0.0055</c:v>
                </c:pt>
                <c:pt idx="94">
                  <c:v>-0.0111</c:v>
                </c:pt>
                <c:pt idx="95">
                  <c:v>-0.0042</c:v>
                </c:pt>
                <c:pt idx="96">
                  <c:v>-0.025</c:v>
                </c:pt>
                <c:pt idx="97">
                  <c:v>-0.0125</c:v>
                </c:pt>
                <c:pt idx="98">
                  <c:v>-0.0108</c:v>
                </c:pt>
                <c:pt idx="99">
                  <c:v>-0.0221</c:v>
                </c:pt>
                <c:pt idx="100">
                  <c:v>-0.0525</c:v>
                </c:pt>
                <c:pt idx="101">
                  <c:v>-0.0802</c:v>
                </c:pt>
                <c:pt idx="102">
                  <c:v>-0.0752</c:v>
                </c:pt>
                <c:pt idx="103">
                  <c:v>-0.0376</c:v>
                </c:pt>
                <c:pt idx="104">
                  <c:v>-0.0556</c:v>
                </c:pt>
                <c:pt idx="105">
                  <c:v>-0.0298</c:v>
                </c:pt>
                <c:pt idx="106">
                  <c:v>-0.0425</c:v>
                </c:pt>
                <c:pt idx="107">
                  <c:v>-0.0465</c:v>
                </c:pt>
                <c:pt idx="108">
                  <c:v>-0.0686</c:v>
                </c:pt>
                <c:pt idx="109">
                  <c:v>-0.0588</c:v>
                </c:pt>
                <c:pt idx="110">
                  <c:v>-0.072</c:v>
                </c:pt>
                <c:pt idx="111">
                  <c:v>-0.0667</c:v>
                </c:pt>
                <c:pt idx="112">
                  <c:v>-0.053</c:v>
                </c:pt>
                <c:pt idx="113">
                  <c:v>-0.0196</c:v>
                </c:pt>
                <c:pt idx="114">
                  <c:v>-0.0114</c:v>
                </c:pt>
                <c:pt idx="115">
                  <c:v>-0.0116</c:v>
                </c:pt>
                <c:pt idx="116">
                  <c:v>-0.0033</c:v>
                </c:pt>
                <c:pt idx="117">
                  <c:v>-0.0108</c:v>
                </c:pt>
                <c:pt idx="118">
                  <c:v>-0.0147</c:v>
                </c:pt>
                <c:pt idx="119">
                  <c:v>-0.0055</c:v>
                </c:pt>
                <c:pt idx="120">
                  <c:v>-0.0089</c:v>
                </c:pt>
                <c:pt idx="121">
                  <c:v>-0.0147</c:v>
                </c:pt>
                <c:pt idx="122">
                  <c:v>-0.0016</c:v>
                </c:pt>
                <c:pt idx="123">
                  <c:v>-0.0166</c:v>
                </c:pt>
                <c:pt idx="124">
                  <c:v>-0.0373</c:v>
                </c:pt>
                <c:pt idx="125">
                  <c:v>-0.0465</c:v>
                </c:pt>
                <c:pt idx="126">
                  <c:v>-0.0043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 買進持有</c:v>
                </c:pt>
              </c:strCache>
            </c:strRef>
          </c:tx>
          <c:spPr>
            <a:ln w="25400">
              <a:solidFill>
                <a:srgbClr val="E83F0A"/>
              </a:solidFill>
            </a:ln>
          </c:spPr>
          <c:marker>
            <c:symbol val="none"/>
          </c:marker>
          <c:cat>
            <c:strRef>
              <c:f>Sheet1!$A$2:$A$128</c:f>
              <c:strCache>
                <c:ptCount val="127"/>
                <c:pt idx="0">
                  <c:v>2016-12</c:v>
                </c:pt>
                <c:pt idx="1">
                  <c:v>2017-01</c:v>
                </c:pt>
                <c:pt idx="2">
                  <c:v>2017-02</c:v>
                </c:pt>
                <c:pt idx="3">
                  <c:v>2017-03</c:v>
                </c:pt>
                <c:pt idx="4">
                  <c:v>2017-04</c:v>
                </c:pt>
                <c:pt idx="5">
                  <c:v>2017-05</c:v>
                </c:pt>
                <c:pt idx="6">
                  <c:v>2017-06</c:v>
                </c:pt>
                <c:pt idx="7">
                  <c:v>2017-07</c:v>
                </c:pt>
                <c:pt idx="8">
                  <c:v>2017-08</c:v>
                </c:pt>
                <c:pt idx="9">
                  <c:v>2017-09</c:v>
                </c:pt>
                <c:pt idx="10">
                  <c:v>2017-09</c:v>
                </c:pt>
                <c:pt idx="11">
                  <c:v>2017-10</c:v>
                </c:pt>
                <c:pt idx="12">
                  <c:v>2017-11</c:v>
                </c:pt>
                <c:pt idx="13">
                  <c:v>2017-12</c:v>
                </c:pt>
                <c:pt idx="14">
                  <c:v>2018-01</c:v>
                </c:pt>
                <c:pt idx="15">
                  <c:v>2018-02</c:v>
                </c:pt>
                <c:pt idx="16">
                  <c:v>2018-03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  <c:pt idx="25">
                  <c:v>2018-11</c:v>
                </c:pt>
                <c:pt idx="26">
                  <c:v>2018-12</c:v>
                </c:pt>
                <c:pt idx="27">
                  <c:v>2019-01</c:v>
                </c:pt>
                <c:pt idx="28">
                  <c:v>2019-02</c:v>
                </c:pt>
                <c:pt idx="29">
                  <c:v>2019-03</c:v>
                </c:pt>
                <c:pt idx="30">
                  <c:v>2019-04</c:v>
                </c:pt>
                <c:pt idx="31">
                  <c:v>2019-05</c:v>
                </c:pt>
                <c:pt idx="32">
                  <c:v>2019-06</c:v>
                </c:pt>
                <c:pt idx="33">
                  <c:v>2019-07</c:v>
                </c:pt>
                <c:pt idx="34">
                  <c:v>2019-08</c:v>
                </c:pt>
                <c:pt idx="35">
                  <c:v>2019-08</c:v>
                </c:pt>
                <c:pt idx="36">
                  <c:v>2019-09</c:v>
                </c:pt>
                <c:pt idx="37">
                  <c:v>2019-10</c:v>
                </c:pt>
                <c:pt idx="38">
                  <c:v>2019-11</c:v>
                </c:pt>
                <c:pt idx="39">
                  <c:v>2019-12</c:v>
                </c:pt>
                <c:pt idx="40">
                  <c:v>2020-01</c:v>
                </c:pt>
                <c:pt idx="41">
                  <c:v>2020-02</c:v>
                </c:pt>
                <c:pt idx="42">
                  <c:v>2020-03</c:v>
                </c:pt>
                <c:pt idx="43">
                  <c:v>2020-04</c:v>
                </c:pt>
                <c:pt idx="44">
                  <c:v>2020-05</c:v>
                </c:pt>
                <c:pt idx="45">
                  <c:v>2020-06</c:v>
                </c:pt>
                <c:pt idx="46">
                  <c:v>2020-07</c:v>
                </c:pt>
                <c:pt idx="47">
                  <c:v>2020-07</c:v>
                </c:pt>
                <c:pt idx="48">
                  <c:v>2020-08</c:v>
                </c:pt>
                <c:pt idx="49">
                  <c:v>2020-09</c:v>
                </c:pt>
                <c:pt idx="50">
                  <c:v>2020-10</c:v>
                </c:pt>
                <c:pt idx="51">
                  <c:v>2020-11</c:v>
                </c:pt>
                <c:pt idx="52">
                  <c:v>2020-12</c:v>
                </c:pt>
                <c:pt idx="53">
                  <c:v>2021-01</c:v>
                </c:pt>
                <c:pt idx="54">
                  <c:v>2021-02</c:v>
                </c:pt>
                <c:pt idx="55">
                  <c:v>2021-03</c:v>
                </c:pt>
                <c:pt idx="56">
                  <c:v>2021-04</c:v>
                </c:pt>
                <c:pt idx="57">
                  <c:v>2021-05</c:v>
                </c:pt>
                <c:pt idx="58">
                  <c:v>2021-06</c:v>
                </c:pt>
                <c:pt idx="59">
                  <c:v>2021-07</c:v>
                </c:pt>
                <c:pt idx="60">
                  <c:v>2021-07</c:v>
                </c:pt>
                <c:pt idx="61">
                  <c:v>2021-08</c:v>
                </c:pt>
                <c:pt idx="62">
                  <c:v>2021-09</c:v>
                </c:pt>
                <c:pt idx="63">
                  <c:v>2021-10</c:v>
                </c:pt>
                <c:pt idx="64">
                  <c:v>2021-11</c:v>
                </c:pt>
                <c:pt idx="65">
                  <c:v>2021-12</c:v>
                </c:pt>
                <c:pt idx="66">
                  <c:v>2022-01</c:v>
                </c:pt>
                <c:pt idx="67">
                  <c:v>2022-02</c:v>
                </c:pt>
                <c:pt idx="68">
                  <c:v>2022-03</c:v>
                </c:pt>
                <c:pt idx="69">
                  <c:v>2022-04</c:v>
                </c:pt>
                <c:pt idx="70">
                  <c:v>2022-05</c:v>
                </c:pt>
                <c:pt idx="71">
                  <c:v>2022-06</c:v>
                </c:pt>
                <c:pt idx="72">
                  <c:v>2022-07</c:v>
                </c:pt>
                <c:pt idx="73">
                  <c:v>2022-07</c:v>
                </c:pt>
                <c:pt idx="74">
                  <c:v>2022-08</c:v>
                </c:pt>
                <c:pt idx="75">
                  <c:v>2022-09</c:v>
                </c:pt>
                <c:pt idx="76">
                  <c:v>2022-10</c:v>
                </c:pt>
                <c:pt idx="77">
                  <c:v>2022-11</c:v>
                </c:pt>
                <c:pt idx="78">
                  <c:v>2022-12</c:v>
                </c:pt>
                <c:pt idx="79">
                  <c:v>2023-01</c:v>
                </c:pt>
                <c:pt idx="80">
                  <c:v>2023-02</c:v>
                </c:pt>
                <c:pt idx="81">
                  <c:v>2023-03</c:v>
                </c:pt>
                <c:pt idx="82">
                  <c:v>2023-04</c:v>
                </c:pt>
                <c:pt idx="83">
                  <c:v>2023-05</c:v>
                </c:pt>
                <c:pt idx="84">
                  <c:v>2023-06</c:v>
                </c:pt>
                <c:pt idx="85">
                  <c:v>2023-06</c:v>
                </c:pt>
                <c:pt idx="86">
                  <c:v>2023-07</c:v>
                </c:pt>
                <c:pt idx="87">
                  <c:v>2023-08</c:v>
                </c:pt>
                <c:pt idx="88">
                  <c:v>2023-09</c:v>
                </c:pt>
                <c:pt idx="89">
                  <c:v>2023-10</c:v>
                </c:pt>
                <c:pt idx="90">
                  <c:v>2023-11</c:v>
                </c:pt>
                <c:pt idx="91">
                  <c:v>2023-12</c:v>
                </c:pt>
                <c:pt idx="92">
                  <c:v>2024-01</c:v>
                </c:pt>
                <c:pt idx="93">
                  <c:v>2024-02</c:v>
                </c:pt>
                <c:pt idx="94">
                  <c:v>2024-03</c:v>
                </c:pt>
                <c:pt idx="95">
                  <c:v>2024-04</c:v>
                </c:pt>
                <c:pt idx="96">
                  <c:v>2024-05</c:v>
                </c:pt>
                <c:pt idx="97">
                  <c:v>2024-05</c:v>
                </c:pt>
                <c:pt idx="98">
                  <c:v>2024-06</c:v>
                </c:pt>
                <c:pt idx="99">
                  <c:v>2024-07</c:v>
                </c:pt>
                <c:pt idx="100">
                  <c:v>2024-08</c:v>
                </c:pt>
                <c:pt idx="101">
                  <c:v>2024-09</c:v>
                </c:pt>
                <c:pt idx="102">
                  <c:v>2024-10</c:v>
                </c:pt>
                <c:pt idx="103">
                  <c:v>2024-11</c:v>
                </c:pt>
                <c:pt idx="104">
                  <c:v>2024-12</c:v>
                </c:pt>
                <c:pt idx="105">
                  <c:v>2025-01</c:v>
                </c:pt>
                <c:pt idx="106">
                  <c:v>2025-02</c:v>
                </c:pt>
                <c:pt idx="107">
                  <c:v>2025-03</c:v>
                </c:pt>
                <c:pt idx="108">
                  <c:v>2025-04</c:v>
                </c:pt>
                <c:pt idx="109">
                  <c:v>2025-05</c:v>
                </c:pt>
                <c:pt idx="110">
                  <c:v>2025-05</c:v>
                </c:pt>
                <c:pt idx="111">
                  <c:v>2025-06</c:v>
                </c:pt>
                <c:pt idx="112">
                  <c:v>2025-07</c:v>
                </c:pt>
                <c:pt idx="113">
                  <c:v>2025-08</c:v>
                </c:pt>
                <c:pt idx="114">
                  <c:v>2025-09</c:v>
                </c:pt>
                <c:pt idx="115">
                  <c:v>2025-10</c:v>
                </c:pt>
                <c:pt idx="116">
                  <c:v>2025-11</c:v>
                </c:pt>
                <c:pt idx="117">
                  <c:v>2025-12</c:v>
                </c:pt>
                <c:pt idx="118">
                  <c:v>2026-01</c:v>
                </c:pt>
                <c:pt idx="119">
                  <c:v>2026-02</c:v>
                </c:pt>
                <c:pt idx="120">
                  <c:v>2026-03</c:v>
                </c:pt>
                <c:pt idx="121">
                  <c:v>2026-04</c:v>
                </c:pt>
                <c:pt idx="122">
                  <c:v>2026-05</c:v>
                </c:pt>
                <c:pt idx="123">
                  <c:v>2026-05</c:v>
                </c:pt>
                <c:pt idx="124">
                  <c:v>2026-06</c:v>
                </c:pt>
                <c:pt idx="125">
                  <c:v>2026-07</c:v>
                </c:pt>
                <c:pt idx="126">
                  <c:v>2026-08</c:v>
                </c:pt>
              </c:strCache>
            </c:strRef>
          </c:cat>
          <c:val>
            <c:numRef>
              <c:f>Sheet1!$C$2:$C$128</c:f>
              <c:numCache>
                <c:formatCode>General</c:formatCode>
                <c:ptCount val="127"/>
                <c:pt idx="0">
                  <c:v>0.0</c:v>
                </c:pt>
                <c:pt idx="1">
                  <c:v>-0.0054</c:v>
                </c:pt>
                <c:pt idx="2">
                  <c:v>-0.0009</c:v>
                </c:pt>
                <c:pt idx="3">
                  <c:v>-0.012</c:v>
                </c:pt>
                <c:pt idx="4">
                  <c:v>-0.0273</c:v>
                </c:pt>
                <c:pt idx="5">
                  <c:v>-0.0031</c:v>
                </c:pt>
                <c:pt idx="6">
                  <c:v>-0.0034</c:v>
                </c:pt>
                <c:pt idx="7">
                  <c:v>-0.0169</c:v>
                </c:pt>
                <c:pt idx="8">
                  <c:v>-0.0026</c:v>
                </c:pt>
                <c:pt idx="9">
                  <c:v>-0.0135</c:v>
                </c:pt>
                <c:pt idx="10">
                  <c:v>-0.0044</c:v>
                </c:pt>
                <c:pt idx="11">
                  <c:v>-0.0066</c:v>
                </c:pt>
                <c:pt idx="12">
                  <c:v>-0.0038</c:v>
                </c:pt>
                <c:pt idx="13">
                  <c:v>-0.0045</c:v>
                </c:pt>
                <c:pt idx="14">
                  <c:v>-0.0049</c:v>
                </c:pt>
                <c:pt idx="15">
                  <c:v>-0.0781</c:v>
                </c:pt>
                <c:pt idx="16">
                  <c:v>-0.0429</c:v>
                </c:pt>
                <c:pt idx="17">
                  <c:v>-0.0923</c:v>
                </c:pt>
                <c:pt idx="18">
                  <c:v>-0.0718</c:v>
                </c:pt>
                <c:pt idx="19">
                  <c:v>-0.0455</c:v>
                </c:pt>
                <c:pt idx="20">
                  <c:v>-0.0576</c:v>
                </c:pt>
                <c:pt idx="21">
                  <c:v>-0.0261</c:v>
                </c:pt>
                <c:pt idx="22">
                  <c:v>-0.0045</c:v>
                </c:pt>
                <c:pt idx="23">
                  <c:v>-0.0095</c:v>
                </c:pt>
                <c:pt idx="24">
                  <c:v>-0.0937</c:v>
                </c:pt>
                <c:pt idx="25">
                  <c:v>-0.1046</c:v>
                </c:pt>
                <c:pt idx="26">
                  <c:v>-0.1793</c:v>
                </c:pt>
                <c:pt idx="27">
                  <c:v>-0.1236</c:v>
                </c:pt>
                <c:pt idx="28">
                  <c:v>-0.0802</c:v>
                </c:pt>
                <c:pt idx="29">
                  <c:v>-0.0548</c:v>
                </c:pt>
                <c:pt idx="30">
                  <c:v>-0.0223</c:v>
                </c:pt>
                <c:pt idx="31">
                  <c:v>-0.0259</c:v>
                </c:pt>
                <c:pt idx="32">
                  <c:v>-0.0689</c:v>
                </c:pt>
                <c:pt idx="33">
                  <c:v>-0.0027</c:v>
                </c:pt>
                <c:pt idx="34">
                  <c:v>-0.0319</c:v>
                </c:pt>
                <c:pt idx="35">
                  <c:v>-0.0536</c:v>
                </c:pt>
                <c:pt idx="36">
                  <c:v>-0.0215</c:v>
                </c:pt>
                <c:pt idx="37">
                  <c:v>-0.0115</c:v>
                </c:pt>
                <c:pt idx="38">
                  <c:v>-0.0059</c:v>
                </c:pt>
                <c:pt idx="39">
                  <c:v>-0.0005</c:v>
                </c:pt>
                <c:pt idx="40">
                  <c:v>-0.0009</c:v>
                </c:pt>
                <c:pt idx="41">
                  <c:v>-0.0009</c:v>
                </c:pt>
                <c:pt idx="42">
                  <c:v>-0.271</c:v>
                </c:pt>
                <c:pt idx="43">
                  <c:v>-0.2102</c:v>
                </c:pt>
                <c:pt idx="44">
                  <c:v>-0.1533</c:v>
                </c:pt>
                <c:pt idx="45">
                  <c:v>-0.0877</c:v>
                </c:pt>
                <c:pt idx="46">
                  <c:v>-0.0852</c:v>
                </c:pt>
                <c:pt idx="47">
                  <c:v>-0.0354</c:v>
                </c:pt>
                <c:pt idx="48">
                  <c:v>0.0</c:v>
                </c:pt>
                <c:pt idx="49">
                  <c:v>-0.0957</c:v>
                </c:pt>
                <c:pt idx="50">
                  <c:v>-0.0408</c:v>
                </c:pt>
                <c:pt idx="51">
                  <c:v>-0.0208</c:v>
                </c:pt>
                <c:pt idx="52">
                  <c:v>-0.0157</c:v>
                </c:pt>
                <c:pt idx="53">
                  <c:v>-0.0165</c:v>
                </c:pt>
                <c:pt idx="54">
                  <c:v>-0.0006</c:v>
                </c:pt>
                <c:pt idx="55">
                  <c:v>-0.0332</c:v>
                </c:pt>
                <c:pt idx="56">
                  <c:v>-0.0002</c:v>
                </c:pt>
                <c:pt idx="57">
                  <c:v>-0.0107</c:v>
                </c:pt>
                <c:pt idx="58">
                  <c:v>-0.0083</c:v>
                </c:pt>
                <c:pt idx="59">
                  <c:v>0.0</c:v>
                </c:pt>
                <c:pt idx="60">
                  <c:v>-0.0055</c:v>
                </c:pt>
                <c:pt idx="61">
                  <c:v>-0.0057</c:v>
                </c:pt>
                <c:pt idx="62">
                  <c:v>-0.0427</c:v>
                </c:pt>
                <c:pt idx="63">
                  <c:v>-0.0132</c:v>
                </c:pt>
                <c:pt idx="64">
                  <c:v>-0.0026</c:v>
                </c:pt>
                <c:pt idx="65">
                  <c:v>-0.0202</c:v>
                </c:pt>
                <c:pt idx="66">
                  <c:v>-0.0273</c:v>
                </c:pt>
                <c:pt idx="67">
                  <c:v>-0.0788</c:v>
                </c:pt>
                <c:pt idx="68">
                  <c:v>-0.131</c:v>
                </c:pt>
                <c:pt idx="69">
                  <c:v>-0.0634</c:v>
                </c:pt>
                <c:pt idx="70">
                  <c:v>-0.1383</c:v>
                </c:pt>
                <c:pt idx="71">
                  <c:v>-0.1414</c:v>
                </c:pt>
                <c:pt idx="72">
                  <c:v>-0.2079</c:v>
                </c:pt>
                <c:pt idx="73">
                  <c:v>-0.1786</c:v>
                </c:pt>
                <c:pt idx="74">
                  <c:v>-0.1513</c:v>
                </c:pt>
                <c:pt idx="75">
                  <c:v>-0.227</c:v>
                </c:pt>
                <c:pt idx="76">
                  <c:v>-0.2341</c:v>
                </c:pt>
                <c:pt idx="77">
                  <c:v>-0.1757</c:v>
                </c:pt>
                <c:pt idx="78">
                  <c:v>-0.1984</c:v>
                </c:pt>
                <c:pt idx="79">
                  <c:v>-0.1915</c:v>
                </c:pt>
                <c:pt idx="80">
                  <c:v>-0.1543</c:v>
                </c:pt>
                <c:pt idx="81">
                  <c:v>-0.2016</c:v>
                </c:pt>
                <c:pt idx="82">
                  <c:v>-0.1568</c:v>
                </c:pt>
                <c:pt idx="83">
                  <c:v>-0.1654</c:v>
                </c:pt>
                <c:pt idx="84">
                  <c:v>-0.1412</c:v>
                </c:pt>
                <c:pt idx="85">
                  <c:v>-0.1132</c:v>
                </c:pt>
                <c:pt idx="86">
                  <c:v>-0.0746</c:v>
                </c:pt>
                <c:pt idx="87">
                  <c:v>-0.1112</c:v>
                </c:pt>
                <c:pt idx="88">
                  <c:v>-0.1248</c:v>
                </c:pt>
                <c:pt idx="89">
                  <c:v>-0.1485</c:v>
                </c:pt>
                <c:pt idx="90">
                  <c:v>-0.1125</c:v>
                </c:pt>
                <c:pt idx="91">
                  <c:v>-0.0726</c:v>
                </c:pt>
                <c:pt idx="92">
                  <c:v>-0.0493</c:v>
                </c:pt>
                <c:pt idx="93">
                  <c:v>-0.017</c:v>
                </c:pt>
                <c:pt idx="94">
                  <c:v>-0.0109</c:v>
                </c:pt>
                <c:pt idx="95">
                  <c:v>-0.0205</c:v>
                </c:pt>
                <c:pt idx="96">
                  <c:v>-0.0495</c:v>
                </c:pt>
                <c:pt idx="97">
                  <c:v>-0.0175</c:v>
                </c:pt>
                <c:pt idx="98">
                  <c:v>-0.0086</c:v>
                </c:pt>
                <c:pt idx="99">
                  <c:v>-0.0482</c:v>
                </c:pt>
                <c:pt idx="100">
                  <c:v>-0.021</c:v>
                </c:pt>
                <c:pt idx="101">
                  <c:v>-0.0171</c:v>
                </c:pt>
                <c:pt idx="102">
                  <c:v>-0.0075</c:v>
                </c:pt>
                <c:pt idx="103">
                  <c:v>-0.0209</c:v>
                </c:pt>
                <c:pt idx="104">
                  <c:v>-0.0084</c:v>
                </c:pt>
                <c:pt idx="105">
                  <c:v>-0.0493</c:v>
                </c:pt>
                <c:pt idx="106">
                  <c:v>-0.0244</c:v>
                </c:pt>
                <c:pt idx="107">
                  <c:v>-0.0684</c:v>
                </c:pt>
                <c:pt idx="108">
                  <c:v>-0.1802</c:v>
                </c:pt>
                <c:pt idx="109">
                  <c:v>-0.1095</c:v>
                </c:pt>
                <c:pt idx="110">
                  <c:v>-0.0546</c:v>
                </c:pt>
                <c:pt idx="111">
                  <c:v>-0.0343</c:v>
                </c:pt>
                <c:pt idx="112">
                  <c:v>-0.0003</c:v>
                </c:pt>
                <c:pt idx="113">
                  <c:v>-0.0156</c:v>
                </c:pt>
                <c:pt idx="114">
                  <c:v>-0.0027</c:v>
                </c:pt>
                <c:pt idx="115">
                  <c:v>-0.0192</c:v>
                </c:pt>
                <c:pt idx="116">
                  <c:v>-0.0257</c:v>
                </c:pt>
                <c:pt idx="117">
                  <c:v>-0.0125</c:v>
                </c:pt>
                <c:pt idx="118">
                  <c:v>-0.0056</c:v>
                </c:pt>
                <c:pt idx="119">
                  <c:v>-0.0274</c:v>
                </c:pt>
                <c:pt idx="120">
                  <c:v>-0.0394</c:v>
                </c:pt>
                <c:pt idx="121">
                  <c:v>-0.0969</c:v>
                </c:pt>
                <c:pt idx="122">
                  <c:v>-0.0049</c:v>
                </c:pt>
                <c:pt idx="123">
                  <c:v>-0.0034</c:v>
                </c:pt>
                <c:pt idx="124">
                  <c:v>-0.0354</c:v>
                </c:pt>
                <c:pt idx="125">
                  <c:v>-0.0302</c:v>
                </c:pt>
                <c:pt idx="126">
                  <c:v>-0.0036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最終策略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-0.48</c:v>
                </c:pt>
                <c:pt idx="1">
                  <c:v>1.8</c:v>
                </c:pt>
                <c:pt idx="2">
                  <c:v>0.07</c:v>
                </c:pt>
                <c:pt idx="3">
                  <c:v>0.54</c:v>
                </c:pt>
                <c:pt idx="4">
                  <c:v>3.55</c:v>
                </c:pt>
                <c:pt idx="5">
                  <c:v>1.07</c:v>
                </c:pt>
                <c:pt idx="6">
                  <c:v>1.68</c:v>
                </c:pt>
                <c:pt idx="7">
                  <c:v>0.97</c:v>
                </c:pt>
                <c:pt idx="8">
                  <c:v>0.93</c:v>
                </c:pt>
                <c:pt idx="9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 買進持有</c:v>
                </c:pt>
              </c:strCache>
            </c:strRef>
          </c:tx>
          <c:spPr>
            <a:solidFill>
              <a:srgbClr val="E83F0A"/>
            </a:solidFill>
          </c:spPr>
          <c:cat>
            <c:strRef>
              <c:f>Sheet1!$A$2:$A$11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2.92</c:v>
                </c:pt>
                <c:pt idx="1">
                  <c:v>-0.33</c:v>
                </c:pt>
                <c:pt idx="2">
                  <c:v>2.05</c:v>
                </c:pt>
                <c:pt idx="3">
                  <c:v>0.66</c:v>
                </c:pt>
                <c:pt idx="4">
                  <c:v>1.95</c:v>
                </c:pt>
                <c:pt idx="5">
                  <c:v>-0.8</c:v>
                </c:pt>
                <c:pt idx="6">
                  <c:v>1.46</c:v>
                </c:pt>
                <c:pt idx="7">
                  <c:v>1.33</c:v>
                </c:pt>
                <c:pt idx="8">
                  <c:v>0.71</c:v>
                </c:pt>
                <c:pt idx="9">
                  <c:v>1.38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subtitle here</a:t>
            </a:r>
            <a:r>
              <a:rPr lang="en-US" altLang="zh-TW" dirty="0"/>
              <a:t>/</a:t>
            </a:r>
            <a:r>
              <a:rPr lang="zh-TW" altLang="en-US" dirty="0"/>
              <a:t>副標題</a:t>
            </a:r>
            <a:endParaRPr lang="en-GB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dirty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</a:p>
          <a:p>
            <a:pPr lvl="0"/>
            <a:r>
              <a:rPr lang="en-US" dirty="0"/>
              <a:t>Name / Presenter</a:t>
            </a:r>
            <a:br>
              <a:rPr lang="en-US" dirty="0"/>
            </a:br>
            <a:r>
              <a:rPr lang="en-US" dirty="0"/>
              <a:t>Company Name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  <a:br>
              <a:rPr lang="en-US" dirty="0"/>
            </a:br>
            <a:r>
              <a:rPr lang="en-US" altLang="zh-TW" dirty="0"/>
              <a:t>Company Name</a:t>
            </a:r>
            <a:endParaRPr lang="en-GB" dirty="0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GB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 dirty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section here</a:t>
            </a:r>
            <a:r>
              <a:rPr lang="en-US" altLang="zh-TW" dirty="0"/>
              <a:t>/</a:t>
            </a:r>
            <a:r>
              <a:rPr lang="zh-TW" altLang="en-US" dirty="0"/>
              <a:t>過場頁</a:t>
            </a:r>
            <a:endParaRPr lang="en-GB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subsection here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 dirty="0"/>
              <a:t>01</a:t>
            </a:r>
            <a:r>
              <a:rPr lang="en-US" altLang="zh-TW" dirty="0"/>
              <a:t>/</a:t>
            </a:r>
            <a:r>
              <a:rPr lang="zh-TW" altLang="en-US" dirty="0"/>
              <a:t>章節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 dirty="0">
                <a:solidFill>
                  <a:schemeClr val="tx2"/>
                </a:solidFill>
              </a:rPr>
              <a:t>THANK YOU</a:t>
            </a:r>
            <a:endParaRPr kumimoji="1" lang="zh-TW" altLang="en-US" sz="6600" b="1" dirty="0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jpg"/><Relationship Id="rId4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1143003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日內動能 × VWAP 停損 × VIX 部位：回測研究報告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 雜訊區間突破策略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2026.10.12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量化研究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策略規則</a:t>
            </a:r>
          </a:p>
          <a:p>
            <a:r>
              <a:t>回測結果</a:t>
            </a:r>
          </a:p>
          <a:p>
            <a:r>
              <a:t>穩健性與風險</a:t>
            </a:r>
          </a:p>
          <a:p>
            <a:r>
              <a:t>研究過程與結論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回測期間 2016-12-22 ~ 2026-08-13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風險調整後優於買進持有：Sharpe 1.13，回撤僅約四分之一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988" y="1628775"/>
          <a:ext cx="11323326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1057"/>
                <a:gridCol w="2058786"/>
                <a:gridCol w="2573483"/>
              </a:tblGrid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最終策略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ES 買進持有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年化報酬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年化波動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17.8%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Sharpe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最大回撤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-8.4%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-34.0%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Sharpe：2016-12 ~ 2019-11（樣本外）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Sharpe：2019-11 之後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1.34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0.69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Sharpe：2025 年之後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2016-12 ~ 2019-11 未參與規則設計</a:t>
            </a:r>
          </a:p>
          <a:p>
            <a:pPr lvl="1">
              <a:spcAft>
                <a:spcPts val="600"/>
              </a:spcAft>
            </a:pPr>
            <a:r>
              <a:rPr sz="1700"/>
              <a:t>此段 Sharpe 0.63，低於買進持有 0.89</a:t>
            </a:r>
          </a:p>
          <a:p>
            <a:pPr>
              <a:spcAft>
                <a:spcPts val="600"/>
              </a:spcAft>
            </a:pPr>
            <a:r>
              <a:rPr sz="2000"/>
              <a:t>每邊成本 1 → 2 tick</a:t>
            </a:r>
          </a:p>
          <a:p>
            <a:pPr lvl="1">
              <a:spcAft>
                <a:spcPts val="600"/>
              </a:spcAft>
            </a:pPr>
            <a:r>
              <a:rPr sz="1700"/>
              <a:t>Sharpe 1.13 → 0.86</a:t>
            </a:r>
          </a:p>
          <a:p>
            <a:pPr lvl="1">
              <a:spcAft>
                <a:spcPts val="600"/>
              </a:spcAft>
            </a:pPr>
            <a:r>
              <a:rPr sz="1700"/>
              <a:t>樣本外 0.63 → 0.15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風險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回撤 −8.4%，買進持有 −34.0%</a:t>
            </a:r>
          </a:p>
          <a:p>
            <a:pPr>
              <a:spcAft>
                <a:spcPts val="600"/>
              </a:spcAft>
            </a:pPr>
            <a:r>
              <a:rPr sz="2000"/>
              <a:t>波動只有買進持有的一半</a:t>
            </a:r>
          </a:p>
          <a:p>
            <a:pPr>
              <a:spcAft>
                <a:spcPts val="600"/>
              </a:spcAft>
            </a:pPr>
            <a:r>
              <a:rPr sz="2000"/>
              <a:t>空頭、震盪年份明顯較佳</a:t>
            </a:r>
          </a:p>
          <a:p>
            <a:pPr lvl="1">
              <a:spcAft>
                <a:spcPts val="600"/>
              </a:spcAft>
            </a:pPr>
            <a:r>
              <a:rPr sz="1700"/>
              <a:t>2018、2022 年皆為正報酬</a:t>
            </a:r>
          </a:p>
          <a:p>
            <a:pPr>
              <a:spcAft>
                <a:spcPts val="600"/>
              </a:spcAft>
            </a:pPr>
            <a:r>
              <a:rPr sz="2000"/>
              <a:t>年化報酬略低：只有 44% 的交易日持有部位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優勢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三個主要結論：回撤大幅降低，但樣本外較弱、對成本敏感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策略規則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只做多、跌破 VWAP 停損、可留倉、VIX 決定部位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時間為台北時間（括號內為美國冬令時間）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以論文日內動能為基礎，改為只做多並可留倉過夜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988" y="1628775"/>
          <a:ext cx="11323327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438"/>
                <a:gridCol w="9521889"/>
              </a:tblGrid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規則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只做多；同一時間只持有一筆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進場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22:00–03:30 每個整點、半點：1 分 K 收盤 &gt; 雜訊區間上緣，且 ≥ 當日 VWAP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正規盤停損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每 5 分鐘檢查，價格 &lt; 當日 VWAP 即出場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留倉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04:00 收盤時價格 ≥ VWAP 即留倉過夜，隔天改用新 VWAP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夜盤停損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價格 &lt; 前日 VWAP × (1 − VIX/100/√252) 即出場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部位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槓桿 = min(4, 2% ÷ (VIX/100/√252))，進場時決定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每邊 1 tick（0.25 點），含手續費與滑價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資料來源：Zarattini, Aziz &amp; Barbon (2024)；本研究整理；資料日期：2026/08/13。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VIX 與槓桿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上緣 = max(今日開盤, 前日收盤) × (1 + σ(t))</a:t>
            </a:r>
          </a:p>
          <a:p>
            <a:pPr>
              <a:spcAft>
                <a:spcPts val="600"/>
              </a:spcAft>
            </a:pPr>
            <a:r>
              <a:rPr sz="2000"/>
              <a:t>σ(t)：過去 14 天同一時刻的平均絕對漲跌幅</a:t>
            </a:r>
          </a:p>
          <a:p>
            <a:pPr lvl="1">
              <a:spcAft>
                <a:spcPts val="600"/>
              </a:spcAft>
            </a:pPr>
            <a:r>
              <a:rPr sz="1700"/>
              <a:t>開盤後小、接近收盤大，上緣隨時間外移</a:t>
            </a:r>
          </a:p>
          <a:p>
            <a:pPr>
              <a:spcAft>
                <a:spcPts val="600"/>
              </a:spcAft>
            </a:pPr>
            <a:r>
              <a:rPr sz="2000"/>
              <a:t>例：基準 5000、σ = 0.4% → 上緣 5020</a:t>
            </a:r>
          </a:p>
          <a:p>
            <a:pPr lvl="1">
              <a:spcAft>
                <a:spcPts val="600"/>
              </a:spcAft>
            </a:pPr>
            <a:r>
              <a:rPr sz="1700"/>
              <a:t>價格 5025、VWAP 5010 → 以 5025 做多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雜訊區間上緣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價格突破雜訊區間才進場；VIX 越高，槓桿越低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14668" y="1592263"/>
          <a:ext cx="562707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260"/>
                <a:gridCol w="3462816"/>
              </a:tblGrid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VIX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槓桿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&lt; 約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4 倍（上限）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2.6 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2.1 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1.6 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1.06 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回測結果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2016-12 ~ 2026-08，976 筆交易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累積淨值（起始 = 1，月頻取樣）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淨值穩定成長，累積報酬低於買進持有但波動小得多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07988" y="1628775"/>
          <a:ext cx="11323328" cy="47164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回撤（月頻取樣）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最大回撤 −8.4%，2020 與 2022 年空頭時遠小於買進持有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07988" y="1628775"/>
          <a:ext cx="11323328" cy="47164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每年 Sharpe（2026 年至 8/13）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空頭、震盪年份勝出；低波動單邊上漲年份（2017、2019）落後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07988" y="1628775"/>
          <a:ext cx="11323328" cy="47164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持有期間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交易特徵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勝率 39%，靠平均獲利為虧損的 2.1 倍取勝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7728" y="1592263"/>
          <a:ext cx="561774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873"/>
                <a:gridCol w="2808873"/>
              </a:tblGrid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數值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交易筆數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持有部位的交易日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44%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平均每週進場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約 2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勝率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39%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平均每筆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+9.9 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平均獲利 / 虧損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+90.8 / −42.4 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14668" y="1592263"/>
          <a:ext cx="562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045"/>
                <a:gridCol w="2317031"/>
              </a:tblGrid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數值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當天出場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554 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留倉 1 晚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405 筆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留倉 2 晚以上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17 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最長持有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4 個營業日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夜盤保護停損觸發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6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最差單日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-3.6%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穩健性與風險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成本、停損頻率、部位算法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穩健性測試（後三欄為該期間 Sharpe）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成本加倍時樣本外 Sharpe 只剩 0.15；停損頻率不能放寬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988" y="1628775"/>
          <a:ext cx="11323326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906"/>
                <a:gridCol w="1204609"/>
                <a:gridCol w="1445531"/>
                <a:gridCol w="2288757"/>
                <a:gridCol w="1686453"/>
                <a:gridCol w="1325070"/>
              </a:tblGrid>
              <a:tr h="4267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情境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最大回撤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2016-12~2019-11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2019-11 後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2025 後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最終版本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成本 2 tick / 邊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0.86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−11.6%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0.15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1.01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槓桿上限 2 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停損每 30 分鐘檢查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0.80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−13.9%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0.66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0.86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0.41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夜盤不停損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夜盤跌破前日 VWAP 即停損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1.09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−10.7%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0.61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1.29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1.58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依前日 VIX 分組（固定 1 倍）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部位算法比較（夜盤不停損）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依波動調整部位有幫助；VIX 版回撤最小，但三種算法差距不顯著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7728" y="1592263"/>
          <a:ext cx="56177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72"/>
                <a:gridCol w="1080335"/>
                <a:gridCol w="1080335"/>
                <a:gridCol w="972302"/>
              </a:tblGrid>
              <a:tr h="4267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算法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回撤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年化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VIX（採用）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-8.4%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論文：14 日實現波動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1.26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-12.4%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VIX 與 RV14 平均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-9.8%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固定 1 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0.88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-12.5%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14668" y="1592263"/>
          <a:ext cx="562707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769"/>
                <a:gridCol w="1250461"/>
                <a:gridCol w="1719384"/>
                <a:gridCol w="1250461"/>
              </a:tblGrid>
              <a:tr h="4267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VIX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筆數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每筆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勝率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&lt;15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+2.1 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15–20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301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+6.9 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41%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20–30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+9.4 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&gt;30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+1.7 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33%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研究過程與結論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測試過的策略、發現的問題、下一步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主要測試結果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 19 個方向，只有「只做多 + VWAP 停損 + 可留倉」穩定有效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988" y="1628775"/>
          <a:ext cx="1132332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5361"/>
                <a:gridCol w="4685515"/>
                <a:gridCol w="2082451"/>
              </a:tblGrid>
              <a:tr h="4267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主要結果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判斷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論文原版（多空、收盤平倉）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Sharpe 0.39；2025 年後轉負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效果不佳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拆解多空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只做空 0.10、只做多 0.76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虧損來自空單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VWAP 停損、每 5 分鐘、可留倉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Sharpe 1.24（14 日實現波動部位）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最終版雛形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A：每日 VWAP 停損 + VIX 部位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Sharpe 1.13，樣本外 0.59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採用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B：進場起算 VWAP + 分段上移停損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Sharpe 0.99，樣本外 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備選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爆量 K 棒順勢 / 反轉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可交易報酬約 0 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無優勢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全天候進場與停損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Sharpe 0.25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無優勢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ES / NKD 配對、領先落後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無共整合；領先效果小於成本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無法交易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資料來源：ES 期貨、VIX 1 分 K 回測，本研究整理；資料日期：2026/08/13。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事件研究先按日平均＝偷看未來（重大）</a:t>
            </a:r>
          </a:p>
          <a:p>
            <a:pPr lvl="1">
              <a:spcAft>
                <a:spcPts val="600"/>
              </a:spcAft>
            </a:pPr>
            <a:r>
              <a:rPr sz="1700"/>
              <a:t>爆量黑 K 由 +7.7 bp 修正為約 0</a:t>
            </a:r>
          </a:p>
          <a:p>
            <a:pPr>
              <a:spcAft>
                <a:spcPts val="600"/>
              </a:spcAft>
            </a:pPr>
            <a:r>
              <a:rPr sz="2000"/>
              <a:t>原版回測漏扣出場成本</a:t>
            </a:r>
          </a:p>
          <a:p>
            <a:pPr>
              <a:spcAft>
                <a:spcPts val="600"/>
              </a:spcAft>
            </a:pPr>
            <a:r>
              <a:rPr sz="2000"/>
              <a:t>夜盤重新累積 VWAP 易被洗出</a:t>
            </a:r>
          </a:p>
          <a:p>
            <a:pPr lvl="1">
              <a:spcAft>
                <a:spcPts val="600"/>
              </a:spcAft>
            </a:pPr>
            <a:r>
              <a:rPr sz="1700"/>
              <a:t>Sharpe 1.14 → 0.86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方法問題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連續合約未做換月調整（重大）</a:t>
            </a:r>
          </a:p>
          <a:p>
            <a:pPr lvl="1">
              <a:spcAft>
                <a:spcPts val="600"/>
              </a:spcAft>
            </a:pPr>
            <a:r>
              <a:rPr sz="1700"/>
              <a:t>ES 每季跳 +0.7%~1.2%，買進持有被灌高約 1.5%/年</a:t>
            </a:r>
          </a:p>
          <a:p>
            <a:pPr>
              <a:spcAft>
                <a:spcPts val="600"/>
              </a:spcAft>
            </a:pPr>
            <a:r>
              <a:rPr sz="2000"/>
              <a:t>新 ES 檔為台北時間「上午／下午」格式</a:t>
            </a:r>
          </a:p>
          <a:p>
            <a:pPr>
              <a:spcAft>
                <a:spcPts val="600"/>
              </a:spcAft>
            </a:pPr>
            <a:r>
              <a:rPr sz="2000"/>
              <a:t>VIX 資料結束後沿用舊值</a:t>
            </a:r>
          </a:p>
          <a:p>
            <a:pPr lvl="1">
              <a:spcAft>
                <a:spcPts val="600"/>
              </a:spcAft>
            </a:pPr>
            <a:r>
              <a:rPr sz="1700"/>
              <a:t>改為只接受 15 分鐘內報價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資料問題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修正換月跳空與事件研究偏誤後，結論才可信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小部位實盤或模擬，量測滑價與延遲</a:t>
            </a:r>
          </a:p>
          <a:p>
            <a:pPr>
              <a:spcAft>
                <a:spcPts val="600"/>
              </a:spcAft>
            </a:pPr>
            <a:r>
              <a:rPr sz="2000"/>
              <a:t>在 SPY、NQ、RTY 重複驗證</a:t>
            </a:r>
          </a:p>
          <a:p>
            <a:pPr>
              <a:spcAft>
                <a:spcPts val="600"/>
              </a:spcAft>
            </a:pPr>
            <a:r>
              <a:rPr sz="2000"/>
              <a:t>測試論文 §4.1：VIX 越高部位越大</a:t>
            </a:r>
          </a:p>
          <a:p>
            <a:pPr>
              <a:spcAft>
                <a:spcPts val="600"/>
              </a:spcAft>
            </a:pPr>
            <a:r>
              <a:rPr sz="2000"/>
              <a:t>考慮與 B 版各配置一半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成本敏感：2 tick 時樣本外 Sharpe 0.15</a:t>
            </a:r>
          </a:p>
          <a:p>
            <a:pPr>
              <a:spcAft>
                <a:spcPts val="600"/>
              </a:spcAft>
            </a:pPr>
            <a:r>
              <a:rPr sz="2000"/>
              <a:t>選擇偏誤：規則看過 2019–2026 資料後選定</a:t>
            </a:r>
          </a:p>
          <a:p>
            <a:pPr>
              <a:spcAft>
                <a:spcPts val="600"/>
              </a:spcAft>
            </a:pPr>
            <a:r>
              <a:rPr sz="2000"/>
              <a:t>尾部風險：槓桿最高 4 倍，最大單筆虧損 −3.7%</a:t>
            </a:r>
          </a:p>
          <a:p>
            <a:pPr>
              <a:spcAft>
                <a:spcPts val="600"/>
              </a:spcAft>
            </a:pPr>
            <a:r>
              <a:rPr sz="2000"/>
              <a:t>樣本：單一標的、約 10 年；Sharpe 誤差約 ±0.4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限制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下一步：小部位實盤量測滑價，並擴大樣本外驗證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資料來源：本研究整理；資料日期：2026/08/13。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bc59d3-45e3-4ebf-ab19-686277327d0a">
      <Terms xmlns="http://schemas.microsoft.com/office/infopath/2007/PartnerControls"/>
    </lcf76f155ced4ddcb4097134ff3c332f>
    <TaxCatchAll xmlns="b16bef46-1eec-4b5f-ad0d-963b9aa61a0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B5AF206868D8874A843B10EEED0C3539" ma:contentTypeVersion="12" ma:contentTypeDescription="建立新的文件。" ma:contentTypeScope="" ma:versionID="10f3a2e85540134f41ea3f153298aa01">
  <xsd:schema xmlns:xsd="http://www.w3.org/2001/XMLSchema" xmlns:xs="http://www.w3.org/2001/XMLSchema" xmlns:p="http://schemas.microsoft.com/office/2006/metadata/properties" xmlns:ns2="4bbc59d3-45e3-4ebf-ab19-686277327d0a" xmlns:ns3="b16bef46-1eec-4b5f-ad0d-963b9aa61a0b" targetNamespace="http://schemas.microsoft.com/office/2006/metadata/properties" ma:root="true" ma:fieldsID="adc88520e3faaa04d49c78356d579868" ns2:_="" ns3:_="">
    <xsd:import namespace="4bbc59d3-45e3-4ebf-ab19-686277327d0a"/>
    <xsd:import namespace="b16bef46-1eec-4b5f-ad0d-963b9aa61a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bc59d3-45e3-4ebf-ab19-686277327d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影像標籤" ma:readOnly="false" ma:fieldId="{5cf76f15-5ced-4ddc-b409-7134ff3c332f}" ma:taxonomyMulti="true" ma:sspId="d4ac73bf-4f50-40c3-83c9-ed5c9e1f35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bef46-1eec-4b5f-ad0d-963b9aa61a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723ea26-017c-4025-845e-9bb91ee23d61}" ma:internalName="TaxCatchAll" ma:showField="CatchAllData" ma:web="b16bef46-1eec-4b5f-ad0d-963b9aa61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27931-9195-4DD8-BCF1-F6FDE9E763C2}">
  <ds:schemaRefs>
    <ds:schemaRef ds:uri="http://schemas.microsoft.com/office/2006/metadata/properties"/>
    <ds:schemaRef ds:uri="http://schemas.microsoft.com/office/infopath/2007/PartnerControls"/>
    <ds:schemaRef ds:uri="4bbc59d3-45e3-4ebf-ab19-686277327d0a"/>
    <ds:schemaRef ds:uri="b16bef46-1eec-4b5f-ad0d-963b9aa61a0b"/>
  </ds:schemaRefs>
</ds:datastoreItem>
</file>

<file path=customXml/itemProps2.xml><?xml version="1.0" encoding="utf-8"?>
<ds:datastoreItem xmlns:ds="http://schemas.openxmlformats.org/officeDocument/2006/customXml" ds:itemID="{31625F82-C534-43BE-99C3-57027BEC9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bc59d3-45e3-4ebf-ab19-686277327d0a"/>
    <ds:schemaRef ds:uri="b16bef46-1eec-4b5f-ad0d-963b9aa61a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555B60-B245-449C-81A3-05918641C5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1</TotalTime>
  <Words>16</Words>
  <Application>Microsoft Office PowerPoint</Application>
  <PresentationFormat>寬螢幕</PresentationFormat>
  <Paragraphs>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Wingdings</vt:lpstr>
      <vt:lpstr>佈景主題3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林威宇WeiYuLin-HR-KGISEC</cp:lastModifiedBy>
  <cp:revision>3</cp:revision>
  <dcterms:created xsi:type="dcterms:W3CDTF">2025-04-01T01:37:12Z</dcterms:created>
  <dcterms:modified xsi:type="dcterms:W3CDTF">2026-10-12T02:47:09Z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0x010100B5AF206868D8874A843B10EEED0C3539</vt:lpwstr>
  </property>
</Properties>
</file>